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4"/>
  </p:notesMasterIdLst>
  <p:sldIdLst>
    <p:sldId id="2076137695" r:id="rId5"/>
    <p:sldId id="2076137683" r:id="rId6"/>
    <p:sldId id="348" r:id="rId7"/>
    <p:sldId id="319" r:id="rId8"/>
    <p:sldId id="2076137699" r:id="rId9"/>
    <p:sldId id="2076137691" r:id="rId10"/>
    <p:sldId id="2076137697" r:id="rId11"/>
    <p:sldId id="2076137685" r:id="rId12"/>
    <p:sldId id="2076137688" r:id="rId13"/>
    <p:sldId id="2076137686" r:id="rId14"/>
    <p:sldId id="2076137687" r:id="rId15"/>
    <p:sldId id="2076137689" r:id="rId16"/>
    <p:sldId id="2076137690" r:id="rId17"/>
    <p:sldId id="2076137692" r:id="rId18"/>
    <p:sldId id="2076137693" r:id="rId19"/>
    <p:sldId id="2076137698" r:id="rId20"/>
    <p:sldId id="2076137696" r:id="rId21"/>
    <p:sldId id="2076137694" r:id="rId22"/>
    <p:sldId id="259" r:id="rId23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30E33DB-5CCD-B87E-19AC-AB8CFAF804F1}" name="Bert van Dijk" initials="BD" userId="S::b.vandijk@geonovum.nl::ce82e201-c8ed-4d98-816e-bb1795e17d7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7F7F"/>
    <a:srgbClr val="E6F4F9"/>
    <a:srgbClr val="97C00E"/>
    <a:srgbClr val="002060"/>
    <a:srgbClr val="92D050"/>
    <a:srgbClr val="00B0F0"/>
    <a:srgbClr val="EEEEEE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C0FEE3-DCB3-3FC0-EA5B-2ED24FAEAF3D}" v="55" dt="2026-09-07T07:04:10.7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Stijl, gemiddeld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44"/>
    <p:restoredTop sz="80773"/>
  </p:normalViewPr>
  <p:slideViewPr>
    <p:cSldViewPr snapToGrid="0">
      <p:cViewPr varScale="1">
        <p:scale>
          <a:sx n="151" d="100"/>
          <a:sy n="151" d="100"/>
        </p:scale>
        <p:origin x="56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Relationship Id="rId30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BA0BEC-D659-49A0-BDC1-7AED8DDA2204}" type="datetimeFigureOut">
              <a:rPr lang="nl-NL" smtClean="0"/>
              <a:t>09-09-2026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50CE13-1BEF-4160-AAFC-1156D47D2D2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41880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Europese datastrategie (</a:t>
            </a:r>
            <a:r>
              <a:rPr lang="nl-NL" dirty="0" err="1"/>
              <a:t>vb</a:t>
            </a:r>
            <a:r>
              <a:rPr lang="nl-NL" dirty="0"/>
              <a:t> </a:t>
            </a:r>
            <a:r>
              <a:rPr lang="nl-NL" dirty="0" err="1"/>
              <a:t>HVD’s</a:t>
            </a:r>
            <a:r>
              <a:rPr lang="nl-NL" dirty="0"/>
              <a:t> uit Open Data Directive)</a:t>
            </a:r>
          </a:p>
          <a:p>
            <a:r>
              <a:rPr lang="nl-NL" dirty="0"/>
              <a:t>Federatief Datastelsel (domein overstijgende marktplaats waar vraag en aanbod bij elkaar komen.)</a:t>
            </a:r>
          </a:p>
          <a:p>
            <a:r>
              <a:rPr lang="nl-NL" dirty="0"/>
              <a:t>Common </a:t>
            </a:r>
            <a:r>
              <a:rPr lang="nl-NL" dirty="0" err="1"/>
              <a:t>Ground</a:t>
            </a:r>
            <a:r>
              <a:rPr lang="nl-NL" dirty="0"/>
              <a:t> (informatiekundige visie VNG)</a:t>
            </a:r>
          </a:p>
          <a:p>
            <a:r>
              <a:rPr lang="nl-NL" dirty="0"/>
              <a:t>Zicht op Nederland (Visie  GI-beraad met als programma’s : datafundament (organisatie-overstijgend, multifunctioneel</a:t>
            </a:r>
          </a:p>
          <a:p>
            <a:r>
              <a:rPr lang="nl-NL" dirty="0"/>
              <a:t>gegevenslandschap) en Digital </a:t>
            </a:r>
            <a:r>
              <a:rPr lang="nl-NL" dirty="0" err="1"/>
              <a:t>Twins</a:t>
            </a:r>
            <a:r>
              <a:rPr lang="nl-NL" dirty="0"/>
              <a:t>)</a:t>
            </a:r>
          </a:p>
          <a:p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50CE13-1BEF-4160-AAFC-1156D47D2D20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87913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Wat </a:t>
            </a:r>
            <a:r>
              <a:rPr lang="en-US" dirty="0" err="1"/>
              <a:t>meten</a:t>
            </a:r>
            <a:r>
              <a:rPr lang="en-US" dirty="0"/>
              <a:t> we?</a:t>
            </a:r>
          </a:p>
          <a:p>
            <a:r>
              <a:rPr lang="en-US" dirty="0" err="1"/>
              <a:t>Waar</a:t>
            </a:r>
            <a:r>
              <a:rPr lang="en-US" dirty="0"/>
              <a:t> </a:t>
            </a:r>
            <a:r>
              <a:rPr lang="en-US" dirty="0" err="1"/>
              <a:t>meten</a:t>
            </a:r>
            <a:r>
              <a:rPr lang="en-US" dirty="0"/>
              <a:t> we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waar</a:t>
            </a:r>
            <a:r>
              <a:rPr lang="en-US" dirty="0"/>
              <a:t> is het wat?</a:t>
            </a:r>
          </a:p>
          <a:p>
            <a:r>
              <a:rPr lang="en-US" dirty="0"/>
              <a:t>In </a:t>
            </a:r>
            <a:r>
              <a:rPr lang="en-US" dirty="0" err="1"/>
              <a:t>welke</a:t>
            </a:r>
            <a:r>
              <a:rPr lang="en-US" dirty="0"/>
              <a:t> </a:t>
            </a:r>
            <a:r>
              <a:rPr lang="en-US" dirty="0" err="1"/>
              <a:t>eenheid</a:t>
            </a:r>
            <a:endParaRPr lang="en-US" dirty="0"/>
          </a:p>
          <a:p>
            <a:r>
              <a:rPr lang="en-US" dirty="0" err="1"/>
              <a:t>Beschrijving</a:t>
            </a:r>
            <a:endParaRPr lang="en-US" dirty="0"/>
          </a:p>
          <a:p>
            <a:r>
              <a:rPr lang="en-US" dirty="0" err="1"/>
              <a:t>Wanneer</a:t>
            </a:r>
            <a:r>
              <a:rPr lang="en-US" dirty="0"/>
              <a:t> </a:t>
            </a:r>
            <a:r>
              <a:rPr lang="en-US" dirty="0" err="1"/>
              <a:t>meten</a:t>
            </a:r>
            <a:r>
              <a:rPr lang="en-US" dirty="0"/>
              <a:t> we –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moet</a:t>
            </a:r>
            <a:r>
              <a:rPr lang="en-US" dirty="0"/>
              <a:t> het </a:t>
            </a:r>
            <a:r>
              <a:rPr lang="en-US" dirty="0" err="1"/>
              <a:t>resultaat</a:t>
            </a:r>
            <a:r>
              <a:rPr lang="en-US" dirty="0"/>
              <a:t> </a:t>
            </a:r>
            <a:r>
              <a:rPr lang="en-US" dirty="0" err="1"/>
              <a:t>verwerkt</a:t>
            </a:r>
            <a:r>
              <a:rPr lang="en-US" dirty="0"/>
              <a:t> </a:t>
            </a:r>
            <a:r>
              <a:rPr lang="en-US" dirty="0" err="1"/>
              <a:t>worden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50CE13-1BEF-4160-AAFC-1156D47D2D20}" type="slidenum">
              <a:rPr lang="nl-NL" smtClean="0"/>
              <a:t>10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529342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AEEB6-8095-03BD-0112-322A97F0A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C0B995-159C-45D9-95EF-6C60D9D0A9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1F63AE-F891-8CDB-04DE-23B2664489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39C6E4-4370-79A0-2EDC-E9B6A5DD5E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50CE13-1BEF-4160-AAFC-1156D47D2D20}" type="slidenum">
              <a:rPr lang="nl-NL" smtClean="0"/>
              <a:t>11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019515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50CE13-1BEF-4160-AAFC-1156D47D2D20}" type="slidenum">
              <a:rPr lang="nl-NL" smtClean="0"/>
              <a:t>12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114071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onovum.nl/" TargetMode="External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 foto standaard"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elijkbenige driehoek 8">
            <a:extLst>
              <a:ext uri="{FF2B5EF4-FFF2-40B4-BE49-F238E27FC236}">
                <a16:creationId xmlns:a16="http://schemas.microsoft.com/office/drawing/2014/main" id="{FBED7AAB-CDAA-72E0-3A43-540D621F3688}"/>
              </a:ext>
            </a:extLst>
          </p:cNvPr>
          <p:cNvSpPr/>
          <p:nvPr userDrawn="1"/>
        </p:nvSpPr>
        <p:spPr>
          <a:xfrm>
            <a:off x="1753986" y="4031673"/>
            <a:ext cx="5505341" cy="2826326"/>
          </a:xfrm>
          <a:prstGeom prst="triangle">
            <a:avLst/>
          </a:prstGeom>
          <a:solidFill>
            <a:schemeClr val="accent3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Vrije vorm: vorm 6">
            <a:extLst>
              <a:ext uri="{FF2B5EF4-FFF2-40B4-BE49-F238E27FC236}">
                <a16:creationId xmlns:a16="http://schemas.microsoft.com/office/drawing/2014/main" id="{91BD37D6-B25E-967C-E52E-4F31079526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5838825" cy="5842635"/>
          </a:xfrm>
          <a:custGeom>
            <a:avLst/>
            <a:gdLst>
              <a:gd name="connsiteX0" fmla="*/ 5841340 w 5841339"/>
              <a:gd name="connsiteY0" fmla="*/ 0 h 5841720"/>
              <a:gd name="connsiteX1" fmla="*/ 3301403 w 5841339"/>
              <a:gd name="connsiteY1" fmla="*/ 0 h 5841720"/>
              <a:gd name="connsiteX2" fmla="*/ 1655826 w 5841339"/>
              <a:gd name="connsiteY2" fmla="*/ 1645666 h 5841720"/>
              <a:gd name="connsiteX3" fmla="*/ 10268 w 5841339"/>
              <a:gd name="connsiteY3" fmla="*/ 0 h 5841720"/>
              <a:gd name="connsiteX4" fmla="*/ 0 w 5841339"/>
              <a:gd name="connsiteY4" fmla="*/ 0 h 5841720"/>
              <a:gd name="connsiteX5" fmla="*/ 0 w 5841339"/>
              <a:gd name="connsiteY5" fmla="*/ 5841721 h 5841720"/>
              <a:gd name="connsiteX6" fmla="*/ 5841340 w 5841339"/>
              <a:gd name="connsiteY6" fmla="*/ 0 h 5841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41339" h="5841720">
                <a:moveTo>
                  <a:pt x="5841340" y="0"/>
                </a:moveTo>
                <a:lnTo>
                  <a:pt x="3301403" y="0"/>
                </a:lnTo>
                <a:lnTo>
                  <a:pt x="1655826" y="1645666"/>
                </a:lnTo>
                <a:lnTo>
                  <a:pt x="10268" y="0"/>
                </a:lnTo>
                <a:lnTo>
                  <a:pt x="0" y="0"/>
                </a:lnTo>
                <a:lnTo>
                  <a:pt x="0" y="5841721"/>
                </a:lnTo>
                <a:lnTo>
                  <a:pt x="5841340" y="0"/>
                </a:lnTo>
                <a:close/>
              </a:path>
            </a:pathLst>
          </a:custGeom>
          <a:solidFill>
            <a:srgbClr val="0085C6">
              <a:alpha val="74902"/>
            </a:srgbClr>
          </a:solidFill>
          <a:ln w="12695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nl-NL"/>
          </a:p>
        </p:txBody>
      </p:sp>
      <p:pic>
        <p:nvPicPr>
          <p:cNvPr id="11" name="ArtworkLogo">
            <a:extLst>
              <a:ext uri="{FF2B5EF4-FFF2-40B4-BE49-F238E27FC236}">
                <a16:creationId xmlns:a16="http://schemas.microsoft.com/office/drawing/2014/main" id="{38D7E1FD-7211-CAFB-5BBB-84396CB6C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75617" y="5109583"/>
            <a:ext cx="2324793" cy="1185262"/>
          </a:xfrm>
          <a:prstGeom prst="rect">
            <a:avLst/>
          </a:prstGeom>
        </p:spPr>
      </p:pic>
      <p:sp>
        <p:nvSpPr>
          <p:cNvPr id="17" name="Tijdelijke aanduiding voor voettekst 16">
            <a:extLst>
              <a:ext uri="{FF2B5EF4-FFF2-40B4-BE49-F238E27FC236}">
                <a16:creationId xmlns:a16="http://schemas.microsoft.com/office/drawing/2014/main" id="{8646DEB4-B83C-06CE-1799-0319DAC6E1F8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2411186" y="6858000"/>
            <a:ext cx="8588828" cy="365125"/>
          </a:xfrm>
        </p:spPr>
        <p:txBody>
          <a:bodyPr/>
          <a:lstStyle/>
          <a:p>
            <a:endParaRPr lang="nl-NL"/>
          </a:p>
        </p:txBody>
      </p:sp>
      <p:sp>
        <p:nvSpPr>
          <p:cNvPr id="18" name="Tijdelijke aanduiding voor dianummer 17">
            <a:extLst>
              <a:ext uri="{FF2B5EF4-FFF2-40B4-BE49-F238E27FC236}">
                <a16:creationId xmlns:a16="http://schemas.microsoft.com/office/drawing/2014/main" id="{D343DFAA-0AA6-804A-1BC4-D7EE73A5FFD4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119757" y="6858000"/>
            <a:ext cx="768135" cy="365125"/>
          </a:xfrm>
        </p:spPr>
        <p:txBody>
          <a:bodyPr/>
          <a:lstStyle/>
          <a:p>
            <a:fld id="{A648B885-FF76-47CB-8BBD-27E7EBF07CA9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9" name="Titel 1">
            <a:extLst>
              <a:ext uri="{FF2B5EF4-FFF2-40B4-BE49-F238E27FC236}">
                <a16:creationId xmlns:a16="http://schemas.microsoft.com/office/drawing/2014/main" id="{586F5B8F-BAB6-359A-977A-F4B21FD04B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77012" y="423332"/>
            <a:ext cx="5976321" cy="2002965"/>
          </a:xfrm>
        </p:spPr>
        <p:txBody>
          <a:bodyPr anchor="b">
            <a:normAutofit/>
          </a:bodyPr>
          <a:lstStyle>
            <a:lvl1pPr algn="l">
              <a:defRPr sz="4800">
                <a:solidFill>
                  <a:schemeClr val="tx2"/>
                </a:solidFill>
                <a:effectLst/>
              </a:defRPr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20" name="Ondertitel 2">
            <a:extLst>
              <a:ext uri="{FF2B5EF4-FFF2-40B4-BE49-F238E27FC236}">
                <a16:creationId xmlns:a16="http://schemas.microsoft.com/office/drawing/2014/main" id="{8ADB84C1-0763-C4DB-A204-EC688351EC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77013" y="2518373"/>
            <a:ext cx="4826924" cy="1122074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graphicFrame>
        <p:nvGraphicFramePr>
          <p:cNvPr id="21" name="Tabel 20">
            <a:extLst>
              <a:ext uri="{FF2B5EF4-FFF2-40B4-BE49-F238E27FC236}">
                <a16:creationId xmlns:a16="http://schemas.microsoft.com/office/drawing/2014/main" id="{CFD40A2F-D0A7-4CCB-E288-FB61135DB7CF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543509"/>
              </p:ext>
            </p:extLst>
          </p:nvPr>
        </p:nvGraphicFramePr>
        <p:xfrm>
          <a:off x="5972723" y="3827205"/>
          <a:ext cx="647602" cy="8471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7602">
                  <a:extLst>
                    <a:ext uri="{9D8B030D-6E8A-4147-A177-3AD203B41FA5}">
                      <a16:colId xmlns:a16="http://schemas.microsoft.com/office/drawing/2014/main" val="1466305088"/>
                    </a:ext>
                  </a:extLst>
                </a:gridCol>
              </a:tblGrid>
              <a:tr h="282388">
                <a:tc>
                  <a:txBody>
                    <a:bodyPr/>
                    <a:lstStyle/>
                    <a:p>
                      <a:pPr algn="l"/>
                      <a:r>
                        <a:rPr lang="nl-NL" sz="1400" b="1">
                          <a:solidFill>
                            <a:schemeClr val="tx2"/>
                          </a:solidFill>
                          <a:effectLst/>
                          <a:latin typeface="+mj-lt"/>
                          <a:cs typeface="Segoe UI Semibold" panose="020B0702040204020203" pitchFamily="34" charset="0"/>
                        </a:rPr>
                        <a:t>Auteur</a:t>
                      </a:r>
                      <a:endParaRPr lang="nl-NL" sz="1400" b="1">
                        <a:solidFill>
                          <a:schemeClr val="tx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0" marR="36000" marT="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68165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l"/>
                      <a:r>
                        <a:rPr lang="nl-NL" sz="1400" b="1">
                          <a:solidFill>
                            <a:schemeClr val="tx2"/>
                          </a:solidFill>
                          <a:effectLst/>
                          <a:latin typeface="+mj-lt"/>
                          <a:cs typeface="Segoe UI Semibold" panose="020B0702040204020203" pitchFamily="34" charset="0"/>
                        </a:rPr>
                        <a:t>Datum</a:t>
                      </a:r>
                      <a:endParaRPr lang="nl-NL" sz="1400" b="1">
                        <a:solidFill>
                          <a:schemeClr val="tx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0" marR="36000" marT="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549219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l"/>
                      <a:r>
                        <a:rPr lang="nl-NL" sz="1400" b="1">
                          <a:solidFill>
                            <a:schemeClr val="tx2"/>
                          </a:solidFill>
                          <a:effectLst/>
                          <a:latin typeface="+mj-lt"/>
                          <a:cs typeface="Segoe UI Semibold" panose="020B0702040204020203" pitchFamily="34" charset="0"/>
                        </a:rPr>
                        <a:t>Status</a:t>
                      </a:r>
                      <a:endParaRPr lang="nl-NL" sz="1400" b="1">
                        <a:solidFill>
                          <a:schemeClr val="tx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0" marR="36000" marT="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0756723"/>
                  </a:ext>
                </a:extLst>
              </a:tr>
            </a:tbl>
          </a:graphicData>
        </a:graphic>
      </p:graphicFrame>
      <p:sp>
        <p:nvSpPr>
          <p:cNvPr id="22" name="Tijdelijke aanduiding voor tekst 6">
            <a:extLst>
              <a:ext uri="{FF2B5EF4-FFF2-40B4-BE49-F238E27FC236}">
                <a16:creationId xmlns:a16="http://schemas.microsoft.com/office/drawing/2014/main" id="{A98703A2-59B0-B71A-8C7B-748F07318C3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02096" y="3832745"/>
            <a:ext cx="2653506" cy="216000"/>
          </a:xfrm>
        </p:spPr>
        <p:txBody>
          <a:bodyPr anchor="ctr">
            <a:noAutofit/>
          </a:bodyPr>
          <a:lstStyle>
            <a:lvl1pPr marL="0" indent="0">
              <a:buNone/>
              <a:defRPr sz="1400">
                <a:solidFill>
                  <a:schemeClr val="tx2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/>
              <a:t>[Auteur]</a:t>
            </a:r>
          </a:p>
        </p:txBody>
      </p:sp>
      <p:sp>
        <p:nvSpPr>
          <p:cNvPr id="23" name="Tijdelijke aanduiding voor datum 15">
            <a:extLst>
              <a:ext uri="{FF2B5EF4-FFF2-40B4-BE49-F238E27FC236}">
                <a16:creationId xmlns:a16="http://schemas.microsoft.com/office/drawing/2014/main" id="{FDD0EF63-8153-77B2-C6BB-6D0CD7E89163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6602096" y="4105752"/>
            <a:ext cx="2653506" cy="216000"/>
          </a:xfrm>
        </p:spPr>
        <p:txBody>
          <a:bodyPr/>
          <a:lstStyle>
            <a:lvl1pPr>
              <a:defRPr lang="nl-NL" sz="1400" b="0" kern="1200" smtClean="0">
                <a:solidFill>
                  <a:schemeClr val="tx2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fld id="{A2D4CE28-2779-4906-957D-A173F7999FCA}" type="datetime1">
              <a:rPr lang="nl-NL" smtClean="0"/>
              <a:pPr/>
              <a:t>09-09-2026</a:t>
            </a:fld>
            <a:endParaRPr lang="nl-NL"/>
          </a:p>
        </p:txBody>
      </p:sp>
      <p:sp>
        <p:nvSpPr>
          <p:cNvPr id="24" name="Tijdelijke aanduiding voor tekst 6">
            <a:extLst>
              <a:ext uri="{FF2B5EF4-FFF2-40B4-BE49-F238E27FC236}">
                <a16:creationId xmlns:a16="http://schemas.microsoft.com/office/drawing/2014/main" id="{662ED5E9-8B1A-4354-7259-BBB669BB9B9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602096" y="4408262"/>
            <a:ext cx="2653506" cy="216000"/>
          </a:xfrm>
        </p:spPr>
        <p:txBody>
          <a:bodyPr anchor="ctr">
            <a:noAutofit/>
          </a:bodyPr>
          <a:lstStyle>
            <a:lvl1pPr marL="0" indent="0">
              <a:buNone/>
              <a:defRPr sz="1400">
                <a:solidFill>
                  <a:schemeClr val="tx2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/>
              <a:t>[Openbaar]</a:t>
            </a:r>
          </a:p>
        </p:txBody>
      </p:sp>
    </p:spTree>
    <p:extLst>
      <p:ext uri="{BB962C8B-B14F-4D97-AF65-F5344CB8AC3E}">
        <p14:creationId xmlns:p14="http://schemas.microsoft.com/office/powerpoint/2010/main" val="2939804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6A9BEB-31D7-5990-1454-20C0B1CCB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3757902-BA75-F83A-A9CD-4A25079921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457200" indent="-457200">
              <a:buFont typeface="Wingdings" panose="05000000000000000000" pitchFamily="2" charset="2"/>
              <a:buChar char="§"/>
              <a:defRPr/>
            </a:lvl1pPr>
            <a:lvl2pPr marL="800100" indent="-342900">
              <a:buFont typeface="Wingdings" panose="05000000000000000000" pitchFamily="2" charset="2"/>
              <a:buChar char="§"/>
              <a:defRPr/>
            </a:lvl2pPr>
            <a:lvl3pPr marL="1257300" indent="-342900">
              <a:buFont typeface="Wingdings" panose="05000000000000000000" pitchFamily="2" charset="2"/>
              <a:buChar char="§"/>
              <a:defRPr/>
            </a:lvl3pPr>
            <a:lvl4pPr marL="1657350" indent="-285750">
              <a:buFont typeface="Wingdings" panose="05000000000000000000" pitchFamily="2" charset="2"/>
              <a:buChar char="§"/>
              <a:defRPr/>
            </a:lvl4pPr>
            <a:lvl5pPr marL="2114550" indent="-28575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01B9DCB-6767-0FAB-4EEB-51B8FE43A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D8C46-45ED-4977-8DF5-FEAAF18B775F}" type="datetime1">
              <a:rPr lang="nl-NL" smtClean="0"/>
              <a:t>09-09-2026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217A91C-110C-441A-26CF-15C3C7771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616AD90-C02F-C9FA-46E8-39CDB2530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61748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el en object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6A9BEB-31D7-5990-1454-20C0B1CCB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3757902-BA75-F83A-A9CD-4A25079921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457200" indent="-457200">
              <a:buFont typeface="Wingdings" panose="05000000000000000000" pitchFamily="2" charset="2"/>
              <a:buChar char="§"/>
              <a:defRPr/>
            </a:lvl1pPr>
            <a:lvl2pPr marL="800100" indent="-342900">
              <a:buFont typeface="Wingdings" panose="05000000000000000000" pitchFamily="2" charset="2"/>
              <a:buChar char="§"/>
              <a:defRPr/>
            </a:lvl2pPr>
            <a:lvl3pPr marL="1257300" indent="-342900">
              <a:buFont typeface="Wingdings" panose="05000000000000000000" pitchFamily="2" charset="2"/>
              <a:buChar char="§"/>
              <a:defRPr/>
            </a:lvl3pPr>
            <a:lvl4pPr marL="1657350" indent="-285750">
              <a:buFont typeface="Wingdings" panose="05000000000000000000" pitchFamily="2" charset="2"/>
              <a:buChar char="§"/>
              <a:defRPr/>
            </a:lvl4pPr>
            <a:lvl5pPr marL="2114550" indent="-28575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01B9DCB-6767-0FAB-4EEB-51B8FE43A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D8C46-45ED-4977-8DF5-FEAAF18B775F}" type="datetime1">
              <a:rPr lang="nl-NL" smtClean="0"/>
              <a:t>09-09-2026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217A91C-110C-441A-26CF-15C3C7771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616AD90-C02F-C9FA-46E8-39CDB2530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‹#›</a:t>
            </a:fld>
            <a:endParaRPr lang="nl-NL"/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B53567AC-FC92-DBF6-902D-A02E25D27B7B}"/>
              </a:ext>
            </a:extLst>
          </p:cNvPr>
          <p:cNvSpPr/>
          <p:nvPr userDrawn="1"/>
        </p:nvSpPr>
        <p:spPr>
          <a:xfrm>
            <a:off x="-1" y="0"/>
            <a:ext cx="180000" cy="68700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8" name="ArtworkLogo">
            <a:extLst>
              <a:ext uri="{FF2B5EF4-FFF2-40B4-BE49-F238E27FC236}">
                <a16:creationId xmlns:a16="http://schemas.microsoft.com/office/drawing/2014/main" id="{88EDF246-36D0-EA15-89F1-BEBAC1BC90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83929" y="303802"/>
            <a:ext cx="1629294" cy="830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368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foto donker"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hthoek 24">
            <a:extLst>
              <a:ext uri="{FF2B5EF4-FFF2-40B4-BE49-F238E27FC236}">
                <a16:creationId xmlns:a16="http://schemas.microsoft.com/office/drawing/2014/main" id="{16FAB6D7-3EC7-B29F-1BB0-AFCC4A37A49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Gelijkbenige driehoek 8">
            <a:extLst>
              <a:ext uri="{FF2B5EF4-FFF2-40B4-BE49-F238E27FC236}">
                <a16:creationId xmlns:a16="http://schemas.microsoft.com/office/drawing/2014/main" id="{FBED7AAB-CDAA-72E0-3A43-540D621F3688}"/>
              </a:ext>
            </a:extLst>
          </p:cNvPr>
          <p:cNvSpPr/>
          <p:nvPr userDrawn="1"/>
        </p:nvSpPr>
        <p:spPr>
          <a:xfrm>
            <a:off x="1753986" y="4031673"/>
            <a:ext cx="5505341" cy="2826326"/>
          </a:xfrm>
          <a:prstGeom prst="triangle">
            <a:avLst/>
          </a:prstGeom>
          <a:solidFill>
            <a:schemeClr val="accent3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9B5A378-D087-E905-A9CD-E41FF608F5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77012" y="423332"/>
            <a:ext cx="5976321" cy="2002965"/>
          </a:xfrm>
        </p:spPr>
        <p:txBody>
          <a:bodyPr anchor="b">
            <a:normAutofit/>
          </a:bodyPr>
          <a:lstStyle>
            <a:lvl1pPr algn="l">
              <a:defRPr sz="48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74457518-AC06-A099-9F3C-A25877688B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77013" y="2518373"/>
            <a:ext cx="4826924" cy="1122074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7" name="Vrije vorm: vorm 6">
            <a:extLst>
              <a:ext uri="{FF2B5EF4-FFF2-40B4-BE49-F238E27FC236}">
                <a16:creationId xmlns:a16="http://schemas.microsoft.com/office/drawing/2014/main" id="{91BD37D6-B25E-967C-E52E-4F31079526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5838825" cy="5842635"/>
          </a:xfrm>
          <a:custGeom>
            <a:avLst/>
            <a:gdLst>
              <a:gd name="connsiteX0" fmla="*/ 5841340 w 5841339"/>
              <a:gd name="connsiteY0" fmla="*/ 0 h 5841720"/>
              <a:gd name="connsiteX1" fmla="*/ 3301403 w 5841339"/>
              <a:gd name="connsiteY1" fmla="*/ 0 h 5841720"/>
              <a:gd name="connsiteX2" fmla="*/ 1655826 w 5841339"/>
              <a:gd name="connsiteY2" fmla="*/ 1645666 h 5841720"/>
              <a:gd name="connsiteX3" fmla="*/ 10268 w 5841339"/>
              <a:gd name="connsiteY3" fmla="*/ 0 h 5841720"/>
              <a:gd name="connsiteX4" fmla="*/ 0 w 5841339"/>
              <a:gd name="connsiteY4" fmla="*/ 0 h 5841720"/>
              <a:gd name="connsiteX5" fmla="*/ 0 w 5841339"/>
              <a:gd name="connsiteY5" fmla="*/ 5841721 h 5841720"/>
              <a:gd name="connsiteX6" fmla="*/ 5841340 w 5841339"/>
              <a:gd name="connsiteY6" fmla="*/ 0 h 5841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41339" h="5841720">
                <a:moveTo>
                  <a:pt x="5841340" y="0"/>
                </a:moveTo>
                <a:lnTo>
                  <a:pt x="3301403" y="0"/>
                </a:lnTo>
                <a:lnTo>
                  <a:pt x="1655826" y="1645666"/>
                </a:lnTo>
                <a:lnTo>
                  <a:pt x="10268" y="0"/>
                </a:lnTo>
                <a:lnTo>
                  <a:pt x="0" y="0"/>
                </a:lnTo>
                <a:lnTo>
                  <a:pt x="0" y="5841721"/>
                </a:lnTo>
                <a:lnTo>
                  <a:pt x="5841340" y="0"/>
                </a:lnTo>
                <a:close/>
              </a:path>
            </a:pathLst>
          </a:custGeom>
          <a:solidFill>
            <a:srgbClr val="0085C6">
              <a:alpha val="74902"/>
            </a:srgbClr>
          </a:solidFill>
          <a:ln w="12695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nl-NL"/>
          </a:p>
        </p:txBody>
      </p:sp>
      <p:sp>
        <p:nvSpPr>
          <p:cNvPr id="5" name="Vrije vorm: vorm 4">
            <a:extLst>
              <a:ext uri="{FF2B5EF4-FFF2-40B4-BE49-F238E27FC236}">
                <a16:creationId xmlns:a16="http://schemas.microsoft.com/office/drawing/2014/main" id="{2E3052D2-7619-D462-11E0-04B85514BCDC}"/>
              </a:ext>
            </a:extLst>
          </p:cNvPr>
          <p:cNvSpPr/>
          <p:nvPr/>
        </p:nvSpPr>
        <p:spPr>
          <a:xfrm>
            <a:off x="9308011" y="5109583"/>
            <a:ext cx="756398" cy="756645"/>
          </a:xfrm>
          <a:custGeom>
            <a:avLst/>
            <a:gdLst>
              <a:gd name="connsiteX0" fmla="*/ 586222 w 756398"/>
              <a:gd name="connsiteY0" fmla="*/ 0 h 756645"/>
              <a:gd name="connsiteX1" fmla="*/ 0 w 756398"/>
              <a:gd name="connsiteY1" fmla="*/ 586435 h 756645"/>
              <a:gd name="connsiteX2" fmla="*/ 0 w 756398"/>
              <a:gd name="connsiteY2" fmla="*/ 756646 h 756645"/>
              <a:gd name="connsiteX3" fmla="*/ 170189 w 756398"/>
              <a:gd name="connsiteY3" fmla="*/ 756646 h 756645"/>
              <a:gd name="connsiteX4" fmla="*/ 378206 w 756398"/>
              <a:gd name="connsiteY4" fmla="*/ 548566 h 756645"/>
              <a:gd name="connsiteX5" fmla="*/ 459213 w 756398"/>
              <a:gd name="connsiteY5" fmla="*/ 629614 h 756645"/>
              <a:gd name="connsiteX6" fmla="*/ 629405 w 756398"/>
              <a:gd name="connsiteY6" fmla="*/ 459372 h 756645"/>
              <a:gd name="connsiteX7" fmla="*/ 548380 w 756398"/>
              <a:gd name="connsiteY7" fmla="*/ 378324 h 756645"/>
              <a:gd name="connsiteX8" fmla="*/ 756398 w 756398"/>
              <a:gd name="connsiteY8" fmla="*/ 170241 h 756645"/>
              <a:gd name="connsiteX9" fmla="*/ 756398 w 756398"/>
              <a:gd name="connsiteY9" fmla="*/ 0 h 756645"/>
              <a:gd name="connsiteX10" fmla="*/ 586224 w 756398"/>
              <a:gd name="connsiteY10" fmla="*/ 0 h 756645"/>
              <a:gd name="connsiteX11" fmla="*/ 81008 w 756398"/>
              <a:gd name="connsiteY11" fmla="*/ 251291 h 756645"/>
              <a:gd name="connsiteX12" fmla="*/ 251197 w 756398"/>
              <a:gd name="connsiteY12" fmla="*/ 81048 h 756645"/>
              <a:gd name="connsiteX13" fmla="*/ 170189 w 756398"/>
              <a:gd name="connsiteY13" fmla="*/ 15 h 756645"/>
              <a:gd name="connsiteX14" fmla="*/ 170189 w 756398"/>
              <a:gd name="connsiteY14" fmla="*/ 0 h 756645"/>
              <a:gd name="connsiteX15" fmla="*/ 0 w 756398"/>
              <a:gd name="connsiteY15" fmla="*/ 0 h 756645"/>
              <a:gd name="connsiteX16" fmla="*/ 0 w 756398"/>
              <a:gd name="connsiteY16" fmla="*/ 170241 h 756645"/>
              <a:gd name="connsiteX17" fmla="*/ 81008 w 756398"/>
              <a:gd name="connsiteY17" fmla="*/ 251291 h 756645"/>
              <a:gd name="connsiteX18" fmla="*/ 756398 w 756398"/>
              <a:gd name="connsiteY18" fmla="*/ 756646 h 756645"/>
              <a:gd name="connsiteX19" fmla="*/ 756398 w 756398"/>
              <a:gd name="connsiteY19" fmla="*/ 586435 h 756645"/>
              <a:gd name="connsiteX20" fmla="*/ 586252 w 756398"/>
              <a:gd name="connsiteY20" fmla="*/ 756646 h 756645"/>
              <a:gd name="connsiteX21" fmla="*/ 756398 w 756398"/>
              <a:gd name="connsiteY21" fmla="*/ 756646 h 756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756398" h="756645">
                <a:moveTo>
                  <a:pt x="586222" y="0"/>
                </a:moveTo>
                <a:lnTo>
                  <a:pt x="0" y="586435"/>
                </a:lnTo>
                <a:lnTo>
                  <a:pt x="0" y="756646"/>
                </a:lnTo>
                <a:lnTo>
                  <a:pt x="170189" y="756646"/>
                </a:lnTo>
                <a:lnTo>
                  <a:pt x="378206" y="548566"/>
                </a:lnTo>
                <a:lnTo>
                  <a:pt x="459213" y="629614"/>
                </a:lnTo>
                <a:lnTo>
                  <a:pt x="629405" y="459372"/>
                </a:lnTo>
                <a:lnTo>
                  <a:pt x="548380" y="378324"/>
                </a:lnTo>
                <a:lnTo>
                  <a:pt x="756398" y="170241"/>
                </a:lnTo>
                <a:lnTo>
                  <a:pt x="756398" y="0"/>
                </a:lnTo>
                <a:lnTo>
                  <a:pt x="586224" y="0"/>
                </a:lnTo>
                <a:close/>
                <a:moveTo>
                  <a:pt x="81008" y="251291"/>
                </a:moveTo>
                <a:lnTo>
                  <a:pt x="251197" y="81048"/>
                </a:lnTo>
                <a:lnTo>
                  <a:pt x="170189" y="15"/>
                </a:lnTo>
                <a:lnTo>
                  <a:pt x="170189" y="0"/>
                </a:lnTo>
                <a:lnTo>
                  <a:pt x="0" y="0"/>
                </a:lnTo>
                <a:lnTo>
                  <a:pt x="0" y="170241"/>
                </a:lnTo>
                <a:lnTo>
                  <a:pt x="81008" y="251291"/>
                </a:lnTo>
                <a:close/>
                <a:moveTo>
                  <a:pt x="756398" y="756646"/>
                </a:moveTo>
                <a:lnTo>
                  <a:pt x="756398" y="586435"/>
                </a:lnTo>
                <a:lnTo>
                  <a:pt x="586252" y="756646"/>
                </a:lnTo>
                <a:lnTo>
                  <a:pt x="756398" y="756646"/>
                </a:lnTo>
                <a:close/>
              </a:path>
            </a:pathLst>
          </a:custGeom>
          <a:solidFill>
            <a:srgbClr val="97BE0D"/>
          </a:solidFill>
          <a:ln w="14994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6" name="Vrije vorm: vorm 5">
            <a:extLst>
              <a:ext uri="{FF2B5EF4-FFF2-40B4-BE49-F238E27FC236}">
                <a16:creationId xmlns:a16="http://schemas.microsoft.com/office/drawing/2014/main" id="{2290EBA2-8E2D-6DE4-0054-29203AF1659C}"/>
              </a:ext>
            </a:extLst>
          </p:cNvPr>
          <p:cNvSpPr/>
          <p:nvPr/>
        </p:nvSpPr>
        <p:spPr>
          <a:xfrm>
            <a:off x="10820794" y="5109590"/>
            <a:ext cx="756412" cy="756647"/>
          </a:xfrm>
          <a:custGeom>
            <a:avLst/>
            <a:gdLst>
              <a:gd name="connsiteX0" fmla="*/ 0 w 756412"/>
              <a:gd name="connsiteY0" fmla="*/ 0 h 756647"/>
              <a:gd name="connsiteX1" fmla="*/ 0 w 756412"/>
              <a:gd name="connsiteY1" fmla="*/ 0 h 756647"/>
              <a:gd name="connsiteX2" fmla="*/ 586223 w 756412"/>
              <a:gd name="connsiteY2" fmla="*/ 0 h 756647"/>
              <a:gd name="connsiteX3" fmla="*/ 0 w 756412"/>
              <a:gd name="connsiteY3" fmla="*/ 586435 h 756647"/>
              <a:gd name="connsiteX4" fmla="*/ 0 w 756412"/>
              <a:gd name="connsiteY4" fmla="*/ 756647 h 756647"/>
              <a:gd name="connsiteX5" fmla="*/ 170190 w 756412"/>
              <a:gd name="connsiteY5" fmla="*/ 756647 h 756647"/>
              <a:gd name="connsiteX6" fmla="*/ 463309 w 756412"/>
              <a:gd name="connsiteY6" fmla="*/ 463438 h 756647"/>
              <a:gd name="connsiteX7" fmla="*/ 756398 w 756412"/>
              <a:gd name="connsiteY7" fmla="*/ 756647 h 756647"/>
              <a:gd name="connsiteX8" fmla="*/ 756413 w 756412"/>
              <a:gd name="connsiteY8" fmla="*/ 756647 h 756647"/>
              <a:gd name="connsiteX9" fmla="*/ 756413 w 756412"/>
              <a:gd name="connsiteY9" fmla="*/ 0 h 756647"/>
              <a:gd name="connsiteX10" fmla="*/ 586223 w 756412"/>
              <a:gd name="connsiteY10" fmla="*/ 0 h 756647"/>
              <a:gd name="connsiteX11" fmla="*/ 332220 w 756412"/>
              <a:gd name="connsiteY11" fmla="*/ 0 h 756647"/>
              <a:gd name="connsiteX12" fmla="*/ 15 w 756412"/>
              <a:gd name="connsiteY12" fmla="*/ 0 h 756647"/>
              <a:gd name="connsiteX13" fmla="*/ 166125 w 756412"/>
              <a:gd name="connsiteY13" fmla="*/ 166162 h 756647"/>
              <a:gd name="connsiteX14" fmla="*/ 332220 w 756412"/>
              <a:gd name="connsiteY14" fmla="*/ 0 h 756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756412" h="756647">
                <a:moveTo>
                  <a:pt x="0" y="0"/>
                </a:moveTo>
                <a:lnTo>
                  <a:pt x="0" y="0"/>
                </a:lnTo>
                <a:close/>
                <a:moveTo>
                  <a:pt x="586223" y="0"/>
                </a:moveTo>
                <a:lnTo>
                  <a:pt x="0" y="586435"/>
                </a:lnTo>
                <a:lnTo>
                  <a:pt x="0" y="756647"/>
                </a:lnTo>
                <a:lnTo>
                  <a:pt x="170190" y="756647"/>
                </a:lnTo>
                <a:lnTo>
                  <a:pt x="463309" y="463438"/>
                </a:lnTo>
                <a:lnTo>
                  <a:pt x="756398" y="756647"/>
                </a:lnTo>
                <a:lnTo>
                  <a:pt x="756413" y="756647"/>
                </a:lnTo>
                <a:lnTo>
                  <a:pt x="756413" y="0"/>
                </a:lnTo>
                <a:lnTo>
                  <a:pt x="586223" y="0"/>
                </a:lnTo>
                <a:close/>
                <a:moveTo>
                  <a:pt x="332220" y="0"/>
                </a:moveTo>
                <a:lnTo>
                  <a:pt x="15" y="0"/>
                </a:lnTo>
                <a:lnTo>
                  <a:pt x="166125" y="166162"/>
                </a:lnTo>
                <a:lnTo>
                  <a:pt x="332220" y="0"/>
                </a:lnTo>
                <a:close/>
              </a:path>
            </a:pathLst>
          </a:custGeom>
          <a:solidFill>
            <a:srgbClr val="0086C5"/>
          </a:solidFill>
          <a:ln w="14994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8" name="Vrije vorm: vorm 7">
            <a:extLst>
              <a:ext uri="{FF2B5EF4-FFF2-40B4-BE49-F238E27FC236}">
                <a16:creationId xmlns:a16="http://schemas.microsoft.com/office/drawing/2014/main" id="{DF62DE58-EDBC-170B-6165-304CC012C3C0}"/>
              </a:ext>
            </a:extLst>
          </p:cNvPr>
          <p:cNvSpPr/>
          <p:nvPr/>
        </p:nvSpPr>
        <p:spPr>
          <a:xfrm>
            <a:off x="9290892" y="6026252"/>
            <a:ext cx="198536" cy="245754"/>
          </a:xfrm>
          <a:custGeom>
            <a:avLst/>
            <a:gdLst>
              <a:gd name="connsiteX0" fmla="*/ 103821 w 198536"/>
              <a:gd name="connsiteY0" fmla="*/ 245754 h 245754"/>
              <a:gd name="connsiteX1" fmla="*/ 0 w 198536"/>
              <a:gd name="connsiteY1" fmla="*/ 127423 h 245754"/>
              <a:gd name="connsiteX2" fmla="*/ 112100 w 198536"/>
              <a:gd name="connsiteY2" fmla="*/ 0 h 245754"/>
              <a:gd name="connsiteX3" fmla="*/ 193572 w 198536"/>
              <a:gd name="connsiteY3" fmla="*/ 34748 h 245754"/>
              <a:gd name="connsiteX4" fmla="*/ 174136 w 198536"/>
              <a:gd name="connsiteY4" fmla="*/ 59158 h 245754"/>
              <a:gd name="connsiteX5" fmla="*/ 119540 w 198536"/>
              <a:gd name="connsiteY5" fmla="*/ 43030 h 245754"/>
              <a:gd name="connsiteX6" fmla="*/ 56260 w 198536"/>
              <a:gd name="connsiteY6" fmla="*/ 119561 h 245754"/>
              <a:gd name="connsiteX7" fmla="*/ 112505 w 198536"/>
              <a:gd name="connsiteY7" fmla="*/ 202740 h 245754"/>
              <a:gd name="connsiteX8" fmla="*/ 144768 w 198536"/>
              <a:gd name="connsiteY8" fmla="*/ 194458 h 245754"/>
              <a:gd name="connsiteX9" fmla="*/ 144768 w 198536"/>
              <a:gd name="connsiteY9" fmla="*/ 140251 h 245754"/>
              <a:gd name="connsiteX10" fmla="*/ 111260 w 198536"/>
              <a:gd name="connsiteY10" fmla="*/ 140251 h 245754"/>
              <a:gd name="connsiteX11" fmla="*/ 111260 w 198536"/>
              <a:gd name="connsiteY11" fmla="*/ 104678 h 245754"/>
              <a:gd name="connsiteX12" fmla="*/ 198537 w 198536"/>
              <a:gd name="connsiteY12" fmla="*/ 104678 h 245754"/>
              <a:gd name="connsiteX13" fmla="*/ 198537 w 198536"/>
              <a:gd name="connsiteY13" fmla="*/ 213902 h 245754"/>
              <a:gd name="connsiteX14" fmla="*/ 103821 w 198536"/>
              <a:gd name="connsiteY14" fmla="*/ 245754 h 245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98536" h="245754">
                <a:moveTo>
                  <a:pt x="103821" y="245754"/>
                </a:moveTo>
                <a:cubicBezTo>
                  <a:pt x="34752" y="245754"/>
                  <a:pt x="0" y="210166"/>
                  <a:pt x="0" y="127423"/>
                </a:cubicBezTo>
                <a:cubicBezTo>
                  <a:pt x="0" y="39309"/>
                  <a:pt x="50471" y="0"/>
                  <a:pt x="112100" y="0"/>
                </a:cubicBezTo>
                <a:cubicBezTo>
                  <a:pt x="147256" y="0"/>
                  <a:pt x="173714" y="14058"/>
                  <a:pt x="193572" y="34748"/>
                </a:cubicBezTo>
                <a:lnTo>
                  <a:pt x="174136" y="59158"/>
                </a:lnTo>
                <a:cubicBezTo>
                  <a:pt x="156767" y="49226"/>
                  <a:pt x="137734" y="43030"/>
                  <a:pt x="119540" y="43030"/>
                </a:cubicBezTo>
                <a:cubicBezTo>
                  <a:pt x="82313" y="43030"/>
                  <a:pt x="56260" y="70335"/>
                  <a:pt x="56260" y="119561"/>
                </a:cubicBezTo>
                <a:cubicBezTo>
                  <a:pt x="56260" y="184121"/>
                  <a:pt x="80663" y="202740"/>
                  <a:pt x="112505" y="202740"/>
                </a:cubicBezTo>
                <a:cubicBezTo>
                  <a:pt x="126574" y="202740"/>
                  <a:pt x="138152" y="199004"/>
                  <a:pt x="144768" y="194458"/>
                </a:cubicBezTo>
                <a:lnTo>
                  <a:pt x="144768" y="140251"/>
                </a:lnTo>
                <a:lnTo>
                  <a:pt x="111260" y="140251"/>
                </a:lnTo>
                <a:lnTo>
                  <a:pt x="111260" y="104678"/>
                </a:lnTo>
                <a:lnTo>
                  <a:pt x="198537" y="104678"/>
                </a:lnTo>
                <a:lnTo>
                  <a:pt x="198537" y="213902"/>
                </a:lnTo>
                <a:cubicBezTo>
                  <a:pt x="173714" y="234172"/>
                  <a:pt x="140629" y="245754"/>
                  <a:pt x="103821" y="245754"/>
                </a:cubicBezTo>
              </a:path>
            </a:pathLst>
          </a:custGeom>
          <a:solidFill>
            <a:srgbClr val="97BE0D"/>
          </a:solidFill>
          <a:ln w="14994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0" name="Vrije vorm: vorm 9">
            <a:extLst>
              <a:ext uri="{FF2B5EF4-FFF2-40B4-BE49-F238E27FC236}">
                <a16:creationId xmlns:a16="http://schemas.microsoft.com/office/drawing/2014/main" id="{074A652D-0EA5-F295-D355-4AC8A19B1DDA}"/>
              </a:ext>
            </a:extLst>
          </p:cNvPr>
          <p:cNvSpPr/>
          <p:nvPr/>
        </p:nvSpPr>
        <p:spPr>
          <a:xfrm>
            <a:off x="9569248" y="6030807"/>
            <a:ext cx="148065" cy="236645"/>
          </a:xfrm>
          <a:custGeom>
            <a:avLst/>
            <a:gdLst>
              <a:gd name="connsiteX0" fmla="*/ 0 w 148065"/>
              <a:gd name="connsiteY0" fmla="*/ 236646 h 236645"/>
              <a:gd name="connsiteX1" fmla="*/ 0 w 148065"/>
              <a:gd name="connsiteY1" fmla="*/ 0 h 236645"/>
              <a:gd name="connsiteX2" fmla="*/ 146415 w 148065"/>
              <a:gd name="connsiteY2" fmla="*/ 0 h 236645"/>
              <a:gd name="connsiteX3" fmla="*/ 146415 w 148065"/>
              <a:gd name="connsiteY3" fmla="*/ 42204 h 236645"/>
              <a:gd name="connsiteX4" fmla="*/ 55014 w 148065"/>
              <a:gd name="connsiteY4" fmla="*/ 42204 h 236645"/>
              <a:gd name="connsiteX5" fmla="*/ 55014 w 148065"/>
              <a:gd name="connsiteY5" fmla="*/ 96395 h 236645"/>
              <a:gd name="connsiteX6" fmla="*/ 131522 w 148065"/>
              <a:gd name="connsiteY6" fmla="*/ 96395 h 236645"/>
              <a:gd name="connsiteX7" fmla="*/ 131522 w 148065"/>
              <a:gd name="connsiteY7" fmla="*/ 136110 h 236645"/>
              <a:gd name="connsiteX8" fmla="*/ 55014 w 148065"/>
              <a:gd name="connsiteY8" fmla="*/ 136110 h 236645"/>
              <a:gd name="connsiteX9" fmla="*/ 55014 w 148065"/>
              <a:gd name="connsiteY9" fmla="*/ 193618 h 236645"/>
              <a:gd name="connsiteX10" fmla="*/ 148065 w 148065"/>
              <a:gd name="connsiteY10" fmla="*/ 193618 h 236645"/>
              <a:gd name="connsiteX11" fmla="*/ 148065 w 148065"/>
              <a:gd name="connsiteY11" fmla="*/ 236646 h 236645"/>
              <a:gd name="connsiteX12" fmla="*/ 0 w 148065"/>
              <a:gd name="connsiteY12" fmla="*/ 236646 h 236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48065" h="236645">
                <a:moveTo>
                  <a:pt x="0" y="236646"/>
                </a:moveTo>
                <a:lnTo>
                  <a:pt x="0" y="0"/>
                </a:lnTo>
                <a:lnTo>
                  <a:pt x="146415" y="0"/>
                </a:lnTo>
                <a:lnTo>
                  <a:pt x="146415" y="42204"/>
                </a:lnTo>
                <a:lnTo>
                  <a:pt x="55014" y="42204"/>
                </a:lnTo>
                <a:lnTo>
                  <a:pt x="55014" y="96395"/>
                </a:lnTo>
                <a:lnTo>
                  <a:pt x="131522" y="96395"/>
                </a:lnTo>
                <a:lnTo>
                  <a:pt x="131522" y="136110"/>
                </a:lnTo>
                <a:lnTo>
                  <a:pt x="55014" y="136110"/>
                </a:lnTo>
                <a:lnTo>
                  <a:pt x="55014" y="193618"/>
                </a:lnTo>
                <a:lnTo>
                  <a:pt x="148065" y="193618"/>
                </a:lnTo>
                <a:lnTo>
                  <a:pt x="148065" y="236646"/>
                </a:lnTo>
                <a:lnTo>
                  <a:pt x="0" y="236646"/>
                </a:lnTo>
                <a:close/>
              </a:path>
            </a:pathLst>
          </a:custGeom>
          <a:solidFill>
            <a:srgbClr val="97BE0D"/>
          </a:solidFill>
          <a:ln w="14994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4" name="Vrije vorm: vorm 13">
            <a:extLst>
              <a:ext uri="{FF2B5EF4-FFF2-40B4-BE49-F238E27FC236}">
                <a16:creationId xmlns:a16="http://schemas.microsoft.com/office/drawing/2014/main" id="{5FAEC22B-27B5-0C44-848E-174383106CF4}"/>
              </a:ext>
            </a:extLst>
          </p:cNvPr>
          <p:cNvSpPr/>
          <p:nvPr/>
        </p:nvSpPr>
        <p:spPr>
          <a:xfrm>
            <a:off x="9771094" y="6026246"/>
            <a:ext cx="232029" cy="245754"/>
          </a:xfrm>
          <a:custGeom>
            <a:avLst/>
            <a:gdLst>
              <a:gd name="connsiteX0" fmla="*/ 112925 w 232029"/>
              <a:gd name="connsiteY0" fmla="*/ 245754 h 245754"/>
              <a:gd name="connsiteX1" fmla="*/ 0 w 232029"/>
              <a:gd name="connsiteY1" fmla="*/ 125773 h 245754"/>
              <a:gd name="connsiteX2" fmla="*/ 119119 w 232029"/>
              <a:gd name="connsiteY2" fmla="*/ 0 h 245754"/>
              <a:gd name="connsiteX3" fmla="*/ 232029 w 232029"/>
              <a:gd name="connsiteY3" fmla="*/ 117911 h 245754"/>
              <a:gd name="connsiteX4" fmla="*/ 112925 w 232029"/>
              <a:gd name="connsiteY4" fmla="*/ 245754 h 245754"/>
              <a:gd name="connsiteX5" fmla="*/ 114155 w 232029"/>
              <a:gd name="connsiteY5" fmla="*/ 42204 h 245754"/>
              <a:gd name="connsiteX6" fmla="*/ 58315 w 232029"/>
              <a:gd name="connsiteY6" fmla="*/ 118331 h 245754"/>
              <a:gd name="connsiteX7" fmla="*/ 117050 w 232029"/>
              <a:gd name="connsiteY7" fmla="*/ 203145 h 245754"/>
              <a:gd name="connsiteX8" fmla="*/ 173714 w 232029"/>
              <a:gd name="connsiteY8" fmla="*/ 125368 h 245754"/>
              <a:gd name="connsiteX9" fmla="*/ 114155 w 232029"/>
              <a:gd name="connsiteY9" fmla="*/ 42204 h 245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2029" h="245754">
                <a:moveTo>
                  <a:pt x="112925" y="245754"/>
                </a:moveTo>
                <a:cubicBezTo>
                  <a:pt x="42191" y="245754"/>
                  <a:pt x="0" y="215148"/>
                  <a:pt x="0" y="125773"/>
                </a:cubicBezTo>
                <a:cubicBezTo>
                  <a:pt x="0" y="39309"/>
                  <a:pt x="49226" y="0"/>
                  <a:pt x="119119" y="0"/>
                </a:cubicBezTo>
                <a:cubicBezTo>
                  <a:pt x="191083" y="0"/>
                  <a:pt x="232029" y="33097"/>
                  <a:pt x="232029" y="117911"/>
                </a:cubicBezTo>
                <a:cubicBezTo>
                  <a:pt x="232029" y="212252"/>
                  <a:pt x="177434" y="245754"/>
                  <a:pt x="112925" y="245754"/>
                </a:cubicBezTo>
                <a:moveTo>
                  <a:pt x="114155" y="42204"/>
                </a:moveTo>
                <a:cubicBezTo>
                  <a:pt x="81893" y="42204"/>
                  <a:pt x="58315" y="62894"/>
                  <a:pt x="58315" y="118331"/>
                </a:cubicBezTo>
                <a:cubicBezTo>
                  <a:pt x="58315" y="182050"/>
                  <a:pt x="79823" y="203145"/>
                  <a:pt x="117050" y="203145"/>
                </a:cubicBezTo>
                <a:cubicBezTo>
                  <a:pt x="150137" y="203145"/>
                  <a:pt x="173714" y="182455"/>
                  <a:pt x="173714" y="125368"/>
                </a:cubicBezTo>
                <a:cubicBezTo>
                  <a:pt x="173714" y="64139"/>
                  <a:pt x="152206" y="42204"/>
                  <a:pt x="114155" y="42204"/>
                </a:cubicBezTo>
              </a:path>
            </a:pathLst>
          </a:custGeom>
          <a:solidFill>
            <a:srgbClr val="97BE0D"/>
          </a:solidFill>
          <a:ln w="14994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9" name="Vrije vorm: vorm 18">
            <a:extLst>
              <a:ext uri="{FF2B5EF4-FFF2-40B4-BE49-F238E27FC236}">
                <a16:creationId xmlns:a16="http://schemas.microsoft.com/office/drawing/2014/main" id="{FFA13B9D-AF5C-670C-1F19-ED37017F557C}"/>
              </a:ext>
            </a:extLst>
          </p:cNvPr>
          <p:cNvSpPr/>
          <p:nvPr/>
        </p:nvSpPr>
        <p:spPr>
          <a:xfrm>
            <a:off x="10072376" y="6030807"/>
            <a:ext cx="209696" cy="236645"/>
          </a:xfrm>
          <a:custGeom>
            <a:avLst/>
            <a:gdLst>
              <a:gd name="connsiteX0" fmla="*/ 150962 w 209696"/>
              <a:gd name="connsiteY0" fmla="*/ 236646 h 236645"/>
              <a:gd name="connsiteX1" fmla="*/ 45911 w 209696"/>
              <a:gd name="connsiteY1" fmla="*/ 69915 h 236645"/>
              <a:gd name="connsiteX2" fmla="*/ 45911 w 209696"/>
              <a:gd name="connsiteY2" fmla="*/ 236646 h 236645"/>
              <a:gd name="connsiteX3" fmla="*/ 0 w 209696"/>
              <a:gd name="connsiteY3" fmla="*/ 236646 h 236645"/>
              <a:gd name="connsiteX4" fmla="*/ 0 w 209696"/>
              <a:gd name="connsiteY4" fmla="*/ 0 h 236645"/>
              <a:gd name="connsiteX5" fmla="*/ 68649 w 209696"/>
              <a:gd name="connsiteY5" fmla="*/ 0 h 236645"/>
              <a:gd name="connsiteX6" fmla="*/ 164190 w 209696"/>
              <a:gd name="connsiteY6" fmla="*/ 146042 h 236645"/>
              <a:gd name="connsiteX7" fmla="*/ 164190 w 209696"/>
              <a:gd name="connsiteY7" fmla="*/ 0 h 236645"/>
              <a:gd name="connsiteX8" fmla="*/ 209696 w 209696"/>
              <a:gd name="connsiteY8" fmla="*/ 0 h 236645"/>
              <a:gd name="connsiteX9" fmla="*/ 209696 w 209696"/>
              <a:gd name="connsiteY9" fmla="*/ 236646 h 236645"/>
              <a:gd name="connsiteX10" fmla="*/ 150962 w 209696"/>
              <a:gd name="connsiteY10" fmla="*/ 236646 h 236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09696" h="236645">
                <a:moveTo>
                  <a:pt x="150962" y="236646"/>
                </a:moveTo>
                <a:lnTo>
                  <a:pt x="45911" y="69915"/>
                </a:lnTo>
                <a:lnTo>
                  <a:pt x="45911" y="236646"/>
                </a:lnTo>
                <a:lnTo>
                  <a:pt x="0" y="236646"/>
                </a:lnTo>
                <a:lnTo>
                  <a:pt x="0" y="0"/>
                </a:lnTo>
                <a:lnTo>
                  <a:pt x="68649" y="0"/>
                </a:lnTo>
                <a:lnTo>
                  <a:pt x="164190" y="146042"/>
                </a:lnTo>
                <a:lnTo>
                  <a:pt x="164190" y="0"/>
                </a:lnTo>
                <a:lnTo>
                  <a:pt x="209696" y="0"/>
                </a:lnTo>
                <a:lnTo>
                  <a:pt x="209696" y="236646"/>
                </a:lnTo>
                <a:lnTo>
                  <a:pt x="150962" y="236646"/>
                </a:lnTo>
                <a:close/>
              </a:path>
            </a:pathLst>
          </a:custGeom>
          <a:solidFill>
            <a:schemeClr val="bg1"/>
          </a:solidFill>
          <a:ln w="14994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0" name="Vrije vorm: vorm 19">
            <a:extLst>
              <a:ext uri="{FF2B5EF4-FFF2-40B4-BE49-F238E27FC236}">
                <a16:creationId xmlns:a16="http://schemas.microsoft.com/office/drawing/2014/main" id="{B7E54905-3714-2A5F-7274-5F3435008768}"/>
              </a:ext>
            </a:extLst>
          </p:cNvPr>
          <p:cNvSpPr/>
          <p:nvPr/>
        </p:nvSpPr>
        <p:spPr>
          <a:xfrm>
            <a:off x="10370159" y="6026246"/>
            <a:ext cx="232029" cy="245754"/>
          </a:xfrm>
          <a:custGeom>
            <a:avLst/>
            <a:gdLst>
              <a:gd name="connsiteX0" fmla="*/ 112910 w 232029"/>
              <a:gd name="connsiteY0" fmla="*/ 245754 h 245754"/>
              <a:gd name="connsiteX1" fmla="*/ 0 w 232029"/>
              <a:gd name="connsiteY1" fmla="*/ 125773 h 245754"/>
              <a:gd name="connsiteX2" fmla="*/ 119119 w 232029"/>
              <a:gd name="connsiteY2" fmla="*/ 0 h 245754"/>
              <a:gd name="connsiteX3" fmla="*/ 232029 w 232029"/>
              <a:gd name="connsiteY3" fmla="*/ 117911 h 245754"/>
              <a:gd name="connsiteX4" fmla="*/ 112910 w 232029"/>
              <a:gd name="connsiteY4" fmla="*/ 245754 h 245754"/>
              <a:gd name="connsiteX5" fmla="*/ 114155 w 232029"/>
              <a:gd name="connsiteY5" fmla="*/ 42204 h 245754"/>
              <a:gd name="connsiteX6" fmla="*/ 58330 w 232029"/>
              <a:gd name="connsiteY6" fmla="*/ 118331 h 245754"/>
              <a:gd name="connsiteX7" fmla="*/ 117050 w 232029"/>
              <a:gd name="connsiteY7" fmla="*/ 203145 h 245754"/>
              <a:gd name="connsiteX8" fmla="*/ 173715 w 232029"/>
              <a:gd name="connsiteY8" fmla="*/ 125368 h 245754"/>
              <a:gd name="connsiteX9" fmla="*/ 114155 w 232029"/>
              <a:gd name="connsiteY9" fmla="*/ 42204 h 245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2029" h="245754">
                <a:moveTo>
                  <a:pt x="112910" y="245754"/>
                </a:moveTo>
                <a:cubicBezTo>
                  <a:pt x="42191" y="245754"/>
                  <a:pt x="0" y="215148"/>
                  <a:pt x="0" y="125773"/>
                </a:cubicBezTo>
                <a:cubicBezTo>
                  <a:pt x="0" y="39309"/>
                  <a:pt x="49226" y="0"/>
                  <a:pt x="119119" y="0"/>
                </a:cubicBezTo>
                <a:cubicBezTo>
                  <a:pt x="191083" y="0"/>
                  <a:pt x="232029" y="33097"/>
                  <a:pt x="232029" y="117911"/>
                </a:cubicBezTo>
                <a:cubicBezTo>
                  <a:pt x="232029" y="212252"/>
                  <a:pt x="177434" y="245754"/>
                  <a:pt x="112910" y="245754"/>
                </a:cubicBezTo>
                <a:moveTo>
                  <a:pt x="114155" y="42204"/>
                </a:moveTo>
                <a:cubicBezTo>
                  <a:pt x="81893" y="42204"/>
                  <a:pt x="58330" y="62894"/>
                  <a:pt x="58330" y="118331"/>
                </a:cubicBezTo>
                <a:cubicBezTo>
                  <a:pt x="58330" y="182050"/>
                  <a:pt x="79823" y="203145"/>
                  <a:pt x="117050" y="203145"/>
                </a:cubicBezTo>
                <a:cubicBezTo>
                  <a:pt x="150152" y="203145"/>
                  <a:pt x="173715" y="182455"/>
                  <a:pt x="173715" y="125368"/>
                </a:cubicBezTo>
                <a:cubicBezTo>
                  <a:pt x="173715" y="64139"/>
                  <a:pt x="152206" y="42204"/>
                  <a:pt x="114155" y="42204"/>
                </a:cubicBezTo>
              </a:path>
            </a:pathLst>
          </a:custGeom>
          <a:solidFill>
            <a:schemeClr val="bg1"/>
          </a:solidFill>
          <a:ln w="14994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1" name="Vrije vorm: vorm 20">
            <a:extLst>
              <a:ext uri="{FF2B5EF4-FFF2-40B4-BE49-F238E27FC236}">
                <a16:creationId xmlns:a16="http://schemas.microsoft.com/office/drawing/2014/main" id="{4785C39B-D6D8-2871-966A-115AC70143AE}"/>
              </a:ext>
            </a:extLst>
          </p:cNvPr>
          <p:cNvSpPr/>
          <p:nvPr/>
        </p:nvSpPr>
        <p:spPr>
          <a:xfrm>
            <a:off x="10662602" y="6030807"/>
            <a:ext cx="220856" cy="236645"/>
          </a:xfrm>
          <a:custGeom>
            <a:avLst/>
            <a:gdLst>
              <a:gd name="connsiteX0" fmla="*/ 145579 w 220856"/>
              <a:gd name="connsiteY0" fmla="*/ 236646 h 236645"/>
              <a:gd name="connsiteX1" fmla="*/ 78158 w 220856"/>
              <a:gd name="connsiteY1" fmla="*/ 236646 h 236645"/>
              <a:gd name="connsiteX2" fmla="*/ 0 w 220856"/>
              <a:gd name="connsiteY2" fmla="*/ 0 h 236645"/>
              <a:gd name="connsiteX3" fmla="*/ 61210 w 220856"/>
              <a:gd name="connsiteY3" fmla="*/ 0 h 236645"/>
              <a:gd name="connsiteX4" fmla="*/ 116211 w 220856"/>
              <a:gd name="connsiteY4" fmla="*/ 187406 h 236645"/>
              <a:gd name="connsiteX5" fmla="*/ 116631 w 220856"/>
              <a:gd name="connsiteY5" fmla="*/ 187406 h 236645"/>
              <a:gd name="connsiteX6" fmla="*/ 166262 w 220856"/>
              <a:gd name="connsiteY6" fmla="*/ 0 h 236645"/>
              <a:gd name="connsiteX7" fmla="*/ 220857 w 220856"/>
              <a:gd name="connsiteY7" fmla="*/ 0 h 236645"/>
              <a:gd name="connsiteX8" fmla="*/ 145579 w 220856"/>
              <a:gd name="connsiteY8" fmla="*/ 236646 h 236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0856" h="236645">
                <a:moveTo>
                  <a:pt x="145579" y="236646"/>
                </a:moveTo>
                <a:lnTo>
                  <a:pt x="78158" y="236646"/>
                </a:lnTo>
                <a:cubicBezTo>
                  <a:pt x="43421" y="155149"/>
                  <a:pt x="19830" y="79848"/>
                  <a:pt x="0" y="0"/>
                </a:cubicBezTo>
                <a:lnTo>
                  <a:pt x="61210" y="0"/>
                </a:lnTo>
                <a:cubicBezTo>
                  <a:pt x="74438" y="60808"/>
                  <a:pt x="93052" y="122457"/>
                  <a:pt x="116211" y="187406"/>
                </a:cubicBezTo>
                <a:lnTo>
                  <a:pt x="116631" y="187406"/>
                </a:lnTo>
                <a:cubicBezTo>
                  <a:pt x="138139" y="125351"/>
                  <a:pt x="153858" y="63299"/>
                  <a:pt x="166262" y="0"/>
                </a:cubicBezTo>
                <a:lnTo>
                  <a:pt x="220857" y="0"/>
                </a:lnTo>
                <a:cubicBezTo>
                  <a:pt x="203068" y="79427"/>
                  <a:pt x="178666" y="160100"/>
                  <a:pt x="145579" y="236646"/>
                </a:cubicBezTo>
              </a:path>
            </a:pathLst>
          </a:custGeom>
          <a:solidFill>
            <a:schemeClr val="bg1"/>
          </a:solidFill>
          <a:ln w="14994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2" name="Vrije vorm: vorm 21">
            <a:extLst>
              <a:ext uri="{FF2B5EF4-FFF2-40B4-BE49-F238E27FC236}">
                <a16:creationId xmlns:a16="http://schemas.microsoft.com/office/drawing/2014/main" id="{3BD1466B-D90A-B56A-D2E8-ABECC1BE9674}"/>
              </a:ext>
            </a:extLst>
          </p:cNvPr>
          <p:cNvSpPr/>
          <p:nvPr/>
        </p:nvSpPr>
        <p:spPr>
          <a:xfrm>
            <a:off x="10960372" y="6030798"/>
            <a:ext cx="210116" cy="241208"/>
          </a:xfrm>
          <a:custGeom>
            <a:avLst/>
            <a:gdLst>
              <a:gd name="connsiteX0" fmla="*/ 100926 w 210116"/>
              <a:gd name="connsiteY0" fmla="*/ 241208 h 241208"/>
              <a:gd name="connsiteX1" fmla="*/ 0 w 210116"/>
              <a:gd name="connsiteY1" fmla="*/ 148533 h 241208"/>
              <a:gd name="connsiteX2" fmla="*/ 0 w 210116"/>
              <a:gd name="connsiteY2" fmla="*/ 0 h 241208"/>
              <a:gd name="connsiteX3" fmla="*/ 55015 w 210116"/>
              <a:gd name="connsiteY3" fmla="*/ 0 h 241208"/>
              <a:gd name="connsiteX4" fmla="*/ 55015 w 210116"/>
              <a:gd name="connsiteY4" fmla="*/ 142322 h 241208"/>
              <a:gd name="connsiteX5" fmla="*/ 105471 w 210116"/>
              <a:gd name="connsiteY5" fmla="*/ 201495 h 241208"/>
              <a:gd name="connsiteX6" fmla="*/ 155941 w 210116"/>
              <a:gd name="connsiteY6" fmla="*/ 145637 h 241208"/>
              <a:gd name="connsiteX7" fmla="*/ 155941 w 210116"/>
              <a:gd name="connsiteY7" fmla="*/ 0 h 241208"/>
              <a:gd name="connsiteX8" fmla="*/ 210116 w 210116"/>
              <a:gd name="connsiteY8" fmla="*/ 0 h 241208"/>
              <a:gd name="connsiteX9" fmla="*/ 210116 w 210116"/>
              <a:gd name="connsiteY9" fmla="*/ 142322 h 241208"/>
              <a:gd name="connsiteX10" fmla="*/ 100926 w 210116"/>
              <a:gd name="connsiteY10" fmla="*/ 241208 h 241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10116" h="241208">
                <a:moveTo>
                  <a:pt x="100926" y="241208"/>
                </a:moveTo>
                <a:cubicBezTo>
                  <a:pt x="35157" y="241208"/>
                  <a:pt x="0" y="213497"/>
                  <a:pt x="0" y="148533"/>
                </a:cubicBezTo>
                <a:lnTo>
                  <a:pt x="0" y="0"/>
                </a:lnTo>
                <a:lnTo>
                  <a:pt x="55015" y="0"/>
                </a:lnTo>
                <a:lnTo>
                  <a:pt x="55015" y="142322"/>
                </a:lnTo>
                <a:cubicBezTo>
                  <a:pt x="55015" y="184526"/>
                  <a:pt x="71139" y="201495"/>
                  <a:pt x="105471" y="201495"/>
                </a:cubicBezTo>
                <a:cubicBezTo>
                  <a:pt x="136908" y="201495"/>
                  <a:pt x="155941" y="186596"/>
                  <a:pt x="155941" y="145637"/>
                </a:cubicBezTo>
                <a:lnTo>
                  <a:pt x="155941" y="0"/>
                </a:lnTo>
                <a:lnTo>
                  <a:pt x="210116" y="0"/>
                </a:lnTo>
                <a:lnTo>
                  <a:pt x="210116" y="142322"/>
                </a:lnTo>
                <a:cubicBezTo>
                  <a:pt x="210116" y="212252"/>
                  <a:pt x="164625" y="241208"/>
                  <a:pt x="100926" y="241208"/>
                </a:cubicBezTo>
              </a:path>
            </a:pathLst>
          </a:custGeom>
          <a:solidFill>
            <a:schemeClr val="bg1"/>
          </a:solidFill>
          <a:ln w="14994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3" name="Vrije vorm: vorm 22">
            <a:extLst>
              <a:ext uri="{FF2B5EF4-FFF2-40B4-BE49-F238E27FC236}">
                <a16:creationId xmlns:a16="http://schemas.microsoft.com/office/drawing/2014/main" id="{03D7E4D5-3EE6-0749-BFA6-7BA5DC89CBE8}"/>
              </a:ext>
            </a:extLst>
          </p:cNvPr>
          <p:cNvSpPr/>
          <p:nvPr/>
        </p:nvSpPr>
        <p:spPr>
          <a:xfrm>
            <a:off x="11265204" y="6030807"/>
            <a:ext cx="303167" cy="236645"/>
          </a:xfrm>
          <a:custGeom>
            <a:avLst/>
            <a:gdLst>
              <a:gd name="connsiteX0" fmla="*/ 246098 w 303167"/>
              <a:gd name="connsiteY0" fmla="*/ 236646 h 236645"/>
              <a:gd name="connsiteX1" fmla="*/ 233259 w 303167"/>
              <a:gd name="connsiteY1" fmla="*/ 59158 h 236645"/>
              <a:gd name="connsiteX2" fmla="*/ 232869 w 303167"/>
              <a:gd name="connsiteY2" fmla="*/ 59158 h 236645"/>
              <a:gd name="connsiteX3" fmla="*/ 169980 w 303167"/>
              <a:gd name="connsiteY3" fmla="*/ 236646 h 236645"/>
              <a:gd name="connsiteX4" fmla="*/ 124489 w 303167"/>
              <a:gd name="connsiteY4" fmla="*/ 236646 h 236645"/>
              <a:gd name="connsiteX5" fmla="*/ 63279 w 303167"/>
              <a:gd name="connsiteY5" fmla="*/ 59578 h 236645"/>
              <a:gd name="connsiteX6" fmla="*/ 62844 w 303167"/>
              <a:gd name="connsiteY6" fmla="*/ 59578 h 236645"/>
              <a:gd name="connsiteX7" fmla="*/ 52525 w 303167"/>
              <a:gd name="connsiteY7" fmla="*/ 236646 h 236645"/>
              <a:gd name="connsiteX8" fmla="*/ 0 w 303167"/>
              <a:gd name="connsiteY8" fmla="*/ 236646 h 236645"/>
              <a:gd name="connsiteX9" fmla="*/ 22333 w 303167"/>
              <a:gd name="connsiteY9" fmla="*/ 0 h 236645"/>
              <a:gd name="connsiteX10" fmla="*/ 94717 w 303167"/>
              <a:gd name="connsiteY10" fmla="*/ 0 h 236645"/>
              <a:gd name="connsiteX11" fmla="*/ 151786 w 303167"/>
              <a:gd name="connsiteY11" fmla="*/ 158450 h 236645"/>
              <a:gd name="connsiteX12" fmla="*/ 152206 w 303167"/>
              <a:gd name="connsiteY12" fmla="*/ 158450 h 236645"/>
              <a:gd name="connsiteX13" fmla="*/ 211766 w 303167"/>
              <a:gd name="connsiteY13" fmla="*/ 0 h 236645"/>
              <a:gd name="connsiteX14" fmla="*/ 281255 w 303167"/>
              <a:gd name="connsiteY14" fmla="*/ 0 h 236645"/>
              <a:gd name="connsiteX15" fmla="*/ 303168 w 303167"/>
              <a:gd name="connsiteY15" fmla="*/ 236646 h 236645"/>
              <a:gd name="connsiteX16" fmla="*/ 246098 w 303167"/>
              <a:gd name="connsiteY16" fmla="*/ 236646 h 236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03167" h="236645">
                <a:moveTo>
                  <a:pt x="246098" y="236646"/>
                </a:moveTo>
                <a:cubicBezTo>
                  <a:pt x="244853" y="174173"/>
                  <a:pt x="239469" y="112540"/>
                  <a:pt x="233259" y="59158"/>
                </a:cubicBezTo>
                <a:lnTo>
                  <a:pt x="232869" y="59158"/>
                </a:lnTo>
                <a:lnTo>
                  <a:pt x="169980" y="236646"/>
                </a:lnTo>
                <a:lnTo>
                  <a:pt x="124489" y="236646"/>
                </a:lnTo>
                <a:lnTo>
                  <a:pt x="63279" y="59578"/>
                </a:lnTo>
                <a:lnTo>
                  <a:pt x="62844" y="59578"/>
                </a:lnTo>
                <a:cubicBezTo>
                  <a:pt x="57070" y="112540"/>
                  <a:pt x="53350" y="174173"/>
                  <a:pt x="52525" y="236646"/>
                </a:cubicBezTo>
                <a:lnTo>
                  <a:pt x="0" y="236646"/>
                </a:lnTo>
                <a:cubicBezTo>
                  <a:pt x="2490" y="158045"/>
                  <a:pt x="9914" y="78182"/>
                  <a:pt x="22333" y="0"/>
                </a:cubicBezTo>
                <a:lnTo>
                  <a:pt x="94717" y="0"/>
                </a:lnTo>
                <a:lnTo>
                  <a:pt x="151786" y="158450"/>
                </a:lnTo>
                <a:lnTo>
                  <a:pt x="152206" y="158450"/>
                </a:lnTo>
                <a:lnTo>
                  <a:pt x="211766" y="0"/>
                </a:lnTo>
                <a:lnTo>
                  <a:pt x="281255" y="0"/>
                </a:lnTo>
                <a:cubicBezTo>
                  <a:pt x="292009" y="78182"/>
                  <a:pt x="299433" y="158045"/>
                  <a:pt x="303168" y="236646"/>
                </a:cubicBezTo>
                <a:lnTo>
                  <a:pt x="246098" y="236646"/>
                </a:lnTo>
                <a:close/>
              </a:path>
            </a:pathLst>
          </a:custGeom>
          <a:solidFill>
            <a:schemeClr val="bg1"/>
          </a:solidFill>
          <a:ln w="14994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4" name="Vrije vorm: vorm 23">
            <a:extLst>
              <a:ext uri="{FF2B5EF4-FFF2-40B4-BE49-F238E27FC236}">
                <a16:creationId xmlns:a16="http://schemas.microsoft.com/office/drawing/2014/main" id="{38C502D0-B4B8-F48B-83A5-0356E3E50B16}"/>
              </a:ext>
            </a:extLst>
          </p:cNvPr>
          <p:cNvSpPr/>
          <p:nvPr/>
        </p:nvSpPr>
        <p:spPr>
          <a:xfrm>
            <a:off x="10064410" y="5109583"/>
            <a:ext cx="756399" cy="756645"/>
          </a:xfrm>
          <a:custGeom>
            <a:avLst/>
            <a:gdLst>
              <a:gd name="connsiteX0" fmla="*/ 586221 w 756399"/>
              <a:gd name="connsiteY0" fmla="*/ 0 h 756645"/>
              <a:gd name="connsiteX1" fmla="*/ 0 w 756399"/>
              <a:gd name="connsiteY1" fmla="*/ 586435 h 756645"/>
              <a:gd name="connsiteX2" fmla="*/ 0 w 756399"/>
              <a:gd name="connsiteY2" fmla="*/ 756646 h 756645"/>
              <a:gd name="connsiteX3" fmla="*/ 332219 w 756399"/>
              <a:gd name="connsiteY3" fmla="*/ 756646 h 756645"/>
              <a:gd name="connsiteX4" fmla="*/ 756399 w 756399"/>
              <a:gd name="connsiteY4" fmla="*/ 332323 h 756645"/>
              <a:gd name="connsiteX5" fmla="*/ 756399 w 756399"/>
              <a:gd name="connsiteY5" fmla="*/ 0 h 756645"/>
              <a:gd name="connsiteX6" fmla="*/ 586221 w 756399"/>
              <a:gd name="connsiteY6" fmla="*/ 0 h 756645"/>
              <a:gd name="connsiteX7" fmla="*/ 0 w 756399"/>
              <a:gd name="connsiteY7" fmla="*/ 0 h 756645"/>
              <a:gd name="connsiteX8" fmla="*/ 0 w 756399"/>
              <a:gd name="connsiteY8" fmla="*/ 332338 h 756645"/>
              <a:gd name="connsiteX9" fmla="*/ 332204 w 756399"/>
              <a:gd name="connsiteY9" fmla="*/ 0 h 756645"/>
              <a:gd name="connsiteX10" fmla="*/ 0 w 756399"/>
              <a:gd name="connsiteY10" fmla="*/ 0 h 756645"/>
              <a:gd name="connsiteX11" fmla="*/ 756399 w 756399"/>
              <a:gd name="connsiteY11" fmla="*/ 756646 h 756645"/>
              <a:gd name="connsiteX12" fmla="*/ 756399 w 756399"/>
              <a:gd name="connsiteY12" fmla="*/ 586435 h 756645"/>
              <a:gd name="connsiteX13" fmla="*/ 586251 w 756399"/>
              <a:gd name="connsiteY13" fmla="*/ 756646 h 756645"/>
              <a:gd name="connsiteX14" fmla="*/ 756399 w 756399"/>
              <a:gd name="connsiteY14" fmla="*/ 756646 h 756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756399" h="756645">
                <a:moveTo>
                  <a:pt x="586221" y="0"/>
                </a:moveTo>
                <a:lnTo>
                  <a:pt x="0" y="586435"/>
                </a:lnTo>
                <a:lnTo>
                  <a:pt x="0" y="756646"/>
                </a:lnTo>
                <a:lnTo>
                  <a:pt x="332219" y="756646"/>
                </a:lnTo>
                <a:lnTo>
                  <a:pt x="756399" y="332323"/>
                </a:lnTo>
                <a:lnTo>
                  <a:pt x="756399" y="0"/>
                </a:lnTo>
                <a:lnTo>
                  <a:pt x="586221" y="0"/>
                </a:lnTo>
                <a:close/>
                <a:moveTo>
                  <a:pt x="0" y="0"/>
                </a:moveTo>
                <a:lnTo>
                  <a:pt x="0" y="332338"/>
                </a:lnTo>
                <a:lnTo>
                  <a:pt x="332204" y="0"/>
                </a:lnTo>
                <a:lnTo>
                  <a:pt x="0" y="0"/>
                </a:lnTo>
                <a:close/>
                <a:moveTo>
                  <a:pt x="756399" y="756646"/>
                </a:moveTo>
                <a:lnTo>
                  <a:pt x="756399" y="586435"/>
                </a:lnTo>
                <a:lnTo>
                  <a:pt x="586251" y="756646"/>
                </a:lnTo>
                <a:lnTo>
                  <a:pt x="756399" y="756646"/>
                </a:lnTo>
                <a:close/>
              </a:path>
            </a:pathLst>
          </a:custGeom>
          <a:solidFill>
            <a:schemeClr val="bg1"/>
          </a:solidFill>
          <a:ln w="14994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graphicFrame>
        <p:nvGraphicFramePr>
          <p:cNvPr id="12" name="Tabel 11">
            <a:extLst>
              <a:ext uri="{FF2B5EF4-FFF2-40B4-BE49-F238E27FC236}">
                <a16:creationId xmlns:a16="http://schemas.microsoft.com/office/drawing/2014/main" id="{81FD4CB5-3167-082F-8D85-CA01E847436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963033610"/>
              </p:ext>
            </p:extLst>
          </p:nvPr>
        </p:nvGraphicFramePr>
        <p:xfrm>
          <a:off x="5972723" y="3827205"/>
          <a:ext cx="647602" cy="8471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7602">
                  <a:extLst>
                    <a:ext uri="{9D8B030D-6E8A-4147-A177-3AD203B41FA5}">
                      <a16:colId xmlns:a16="http://schemas.microsoft.com/office/drawing/2014/main" val="1466305088"/>
                    </a:ext>
                  </a:extLst>
                </a:gridCol>
              </a:tblGrid>
              <a:tr h="282388">
                <a:tc>
                  <a:txBody>
                    <a:bodyPr/>
                    <a:lstStyle/>
                    <a:p>
                      <a:pPr algn="l"/>
                      <a:r>
                        <a:rPr lang="nl-NL" sz="1400" b="1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  <a:cs typeface="Segoe UI Semibold" panose="020B0702040204020203" pitchFamily="34" charset="0"/>
                        </a:rPr>
                        <a:t>Auteur</a:t>
                      </a:r>
                      <a:endParaRPr lang="nl-NL" sz="1400" b="1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j-lt"/>
                        <a:ea typeface="Calibri" panose="020F0502020204030204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0" marR="36000" marT="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68165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l"/>
                      <a:r>
                        <a:rPr lang="nl-NL" sz="1400" b="1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  <a:cs typeface="Segoe UI Semibold" panose="020B0702040204020203" pitchFamily="34" charset="0"/>
                        </a:rPr>
                        <a:t>Datum</a:t>
                      </a:r>
                      <a:endParaRPr lang="nl-NL" sz="1400" b="1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j-lt"/>
                        <a:ea typeface="Calibri" panose="020F0502020204030204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0" marR="36000" marT="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549219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l"/>
                      <a:endParaRPr lang="nl-NL" sz="1400" b="1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j-lt"/>
                        <a:ea typeface="Calibri" panose="020F0502020204030204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0" marR="36000" marT="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0756723"/>
                  </a:ext>
                </a:extLst>
              </a:tr>
            </a:tbl>
          </a:graphicData>
        </a:graphic>
      </p:graphicFrame>
      <p:sp>
        <p:nvSpPr>
          <p:cNvPr id="13" name="Tijdelijke aanduiding voor tekst 6">
            <a:extLst>
              <a:ext uri="{FF2B5EF4-FFF2-40B4-BE49-F238E27FC236}">
                <a16:creationId xmlns:a16="http://schemas.microsoft.com/office/drawing/2014/main" id="{7F808714-911C-A469-23CF-4FEE04047C2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02096" y="3832745"/>
            <a:ext cx="2653506" cy="216000"/>
          </a:xfrm>
        </p:spPr>
        <p:txBody>
          <a:bodyPr anchor="ctr"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pPr lvl="0"/>
            <a:r>
              <a:rPr lang="nl-NL"/>
              <a:t>[Auteur]</a:t>
            </a:r>
          </a:p>
        </p:txBody>
      </p:sp>
      <p:sp>
        <p:nvSpPr>
          <p:cNvPr id="16" name="Tijdelijke aanduiding voor datum 15">
            <a:extLst>
              <a:ext uri="{FF2B5EF4-FFF2-40B4-BE49-F238E27FC236}">
                <a16:creationId xmlns:a16="http://schemas.microsoft.com/office/drawing/2014/main" id="{8F2794E4-629D-DAEA-7AEE-1DC722F30A35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6602096" y="4105752"/>
            <a:ext cx="2653506" cy="216000"/>
          </a:xfrm>
        </p:spPr>
        <p:txBody>
          <a:bodyPr/>
          <a:lstStyle>
            <a:lvl1pPr>
              <a:defRPr lang="nl-NL" sz="1400" b="0" kern="120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n-ea"/>
                <a:cs typeface="+mn-cs"/>
              </a:defRPr>
            </a:lvl1pPr>
          </a:lstStyle>
          <a:p>
            <a:fld id="{A2D4CE28-2779-4906-957D-A173F7999FCA}" type="datetime1">
              <a:rPr lang="nl-NL" smtClean="0"/>
              <a:pPr/>
              <a:t>09-09-2026</a:t>
            </a:fld>
            <a:endParaRPr lang="nl-NL"/>
          </a:p>
        </p:txBody>
      </p:sp>
      <p:sp>
        <p:nvSpPr>
          <p:cNvPr id="17" name="Tijdelijke aanduiding voor voettekst 16">
            <a:extLst>
              <a:ext uri="{FF2B5EF4-FFF2-40B4-BE49-F238E27FC236}">
                <a16:creationId xmlns:a16="http://schemas.microsoft.com/office/drawing/2014/main" id="{8646DEB4-B83C-06CE-1799-0319DAC6E1F8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2411186" y="6863442"/>
            <a:ext cx="8588828" cy="365125"/>
          </a:xfrm>
        </p:spPr>
        <p:txBody>
          <a:bodyPr/>
          <a:lstStyle/>
          <a:p>
            <a:endParaRPr lang="nl-NL"/>
          </a:p>
        </p:txBody>
      </p:sp>
      <p:sp>
        <p:nvSpPr>
          <p:cNvPr id="18" name="Tijdelijke aanduiding voor dianummer 17">
            <a:extLst>
              <a:ext uri="{FF2B5EF4-FFF2-40B4-BE49-F238E27FC236}">
                <a16:creationId xmlns:a16="http://schemas.microsoft.com/office/drawing/2014/main" id="{D343DFAA-0AA6-804A-1BC4-D7EE73A5FFD4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119757" y="6863442"/>
            <a:ext cx="768135" cy="365125"/>
          </a:xfrm>
        </p:spPr>
        <p:txBody>
          <a:bodyPr/>
          <a:lstStyle/>
          <a:p>
            <a:fld id="{A648B885-FF76-47CB-8BBD-27E7EBF07CA9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01149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 foto lichter"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hthoek 16">
            <a:extLst>
              <a:ext uri="{FF2B5EF4-FFF2-40B4-BE49-F238E27FC236}">
                <a16:creationId xmlns:a16="http://schemas.microsoft.com/office/drawing/2014/main" id="{5509B7C7-5037-12EB-2D66-C5F3D146965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Gelijkbenige driehoek 8">
            <a:extLst>
              <a:ext uri="{FF2B5EF4-FFF2-40B4-BE49-F238E27FC236}">
                <a16:creationId xmlns:a16="http://schemas.microsoft.com/office/drawing/2014/main" id="{FBED7AAB-CDAA-72E0-3A43-540D621F3688}"/>
              </a:ext>
            </a:extLst>
          </p:cNvPr>
          <p:cNvSpPr/>
          <p:nvPr userDrawn="1"/>
        </p:nvSpPr>
        <p:spPr>
          <a:xfrm>
            <a:off x="1753986" y="4031673"/>
            <a:ext cx="5505341" cy="2826326"/>
          </a:xfrm>
          <a:prstGeom prst="triangle">
            <a:avLst/>
          </a:prstGeom>
          <a:solidFill>
            <a:schemeClr val="accent3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Vrije vorm: vorm 6">
            <a:extLst>
              <a:ext uri="{FF2B5EF4-FFF2-40B4-BE49-F238E27FC236}">
                <a16:creationId xmlns:a16="http://schemas.microsoft.com/office/drawing/2014/main" id="{91BD37D6-B25E-967C-E52E-4F31079526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5838825" cy="5842635"/>
          </a:xfrm>
          <a:custGeom>
            <a:avLst/>
            <a:gdLst>
              <a:gd name="connsiteX0" fmla="*/ 5841340 w 5841339"/>
              <a:gd name="connsiteY0" fmla="*/ 0 h 5841720"/>
              <a:gd name="connsiteX1" fmla="*/ 3301403 w 5841339"/>
              <a:gd name="connsiteY1" fmla="*/ 0 h 5841720"/>
              <a:gd name="connsiteX2" fmla="*/ 1655826 w 5841339"/>
              <a:gd name="connsiteY2" fmla="*/ 1645666 h 5841720"/>
              <a:gd name="connsiteX3" fmla="*/ 10268 w 5841339"/>
              <a:gd name="connsiteY3" fmla="*/ 0 h 5841720"/>
              <a:gd name="connsiteX4" fmla="*/ 0 w 5841339"/>
              <a:gd name="connsiteY4" fmla="*/ 0 h 5841720"/>
              <a:gd name="connsiteX5" fmla="*/ 0 w 5841339"/>
              <a:gd name="connsiteY5" fmla="*/ 5841721 h 5841720"/>
              <a:gd name="connsiteX6" fmla="*/ 5841340 w 5841339"/>
              <a:gd name="connsiteY6" fmla="*/ 0 h 5841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41339" h="5841720">
                <a:moveTo>
                  <a:pt x="5841340" y="0"/>
                </a:moveTo>
                <a:lnTo>
                  <a:pt x="3301403" y="0"/>
                </a:lnTo>
                <a:lnTo>
                  <a:pt x="1655826" y="1645666"/>
                </a:lnTo>
                <a:lnTo>
                  <a:pt x="10268" y="0"/>
                </a:lnTo>
                <a:lnTo>
                  <a:pt x="0" y="0"/>
                </a:lnTo>
                <a:lnTo>
                  <a:pt x="0" y="5841721"/>
                </a:lnTo>
                <a:lnTo>
                  <a:pt x="5841340" y="0"/>
                </a:lnTo>
                <a:close/>
              </a:path>
            </a:pathLst>
          </a:custGeom>
          <a:solidFill>
            <a:srgbClr val="0085C6">
              <a:alpha val="74902"/>
            </a:srgbClr>
          </a:solidFill>
          <a:ln w="12695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nl-NL"/>
          </a:p>
        </p:txBody>
      </p:sp>
      <p:pic>
        <p:nvPicPr>
          <p:cNvPr id="11" name="ArtworkLogo">
            <a:extLst>
              <a:ext uri="{FF2B5EF4-FFF2-40B4-BE49-F238E27FC236}">
                <a16:creationId xmlns:a16="http://schemas.microsoft.com/office/drawing/2014/main" id="{38D7E1FD-7211-CAFB-5BBB-84396CB6C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75617" y="5109583"/>
            <a:ext cx="2324793" cy="1185262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9039E0F1-48CC-FF77-2B9F-F114BA527A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77012" y="423332"/>
            <a:ext cx="5976321" cy="2002965"/>
          </a:xfrm>
        </p:spPr>
        <p:txBody>
          <a:bodyPr anchor="b">
            <a:normAutofit/>
          </a:bodyPr>
          <a:lstStyle>
            <a:lvl1pPr algn="l">
              <a:defRPr sz="4800">
                <a:solidFill>
                  <a:schemeClr val="tx2"/>
                </a:solidFill>
                <a:effectLst/>
              </a:defRPr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12" name="Ondertitel 2">
            <a:extLst>
              <a:ext uri="{FF2B5EF4-FFF2-40B4-BE49-F238E27FC236}">
                <a16:creationId xmlns:a16="http://schemas.microsoft.com/office/drawing/2014/main" id="{597E7F16-E22E-5F37-411D-943E404708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77013" y="2518373"/>
            <a:ext cx="4826924" cy="1122074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graphicFrame>
        <p:nvGraphicFramePr>
          <p:cNvPr id="13" name="Tabel 12">
            <a:extLst>
              <a:ext uri="{FF2B5EF4-FFF2-40B4-BE49-F238E27FC236}">
                <a16:creationId xmlns:a16="http://schemas.microsoft.com/office/drawing/2014/main" id="{18716C2A-073D-16EF-4885-E0AD11F5BBF7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006617146"/>
              </p:ext>
            </p:extLst>
          </p:nvPr>
        </p:nvGraphicFramePr>
        <p:xfrm>
          <a:off x="5972723" y="3827205"/>
          <a:ext cx="647602" cy="8471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7602">
                  <a:extLst>
                    <a:ext uri="{9D8B030D-6E8A-4147-A177-3AD203B41FA5}">
                      <a16:colId xmlns:a16="http://schemas.microsoft.com/office/drawing/2014/main" val="1466305088"/>
                    </a:ext>
                  </a:extLst>
                </a:gridCol>
              </a:tblGrid>
              <a:tr h="282388">
                <a:tc>
                  <a:txBody>
                    <a:bodyPr/>
                    <a:lstStyle/>
                    <a:p>
                      <a:pPr algn="l"/>
                      <a:r>
                        <a:rPr lang="nl-NL" sz="1400" b="1">
                          <a:solidFill>
                            <a:schemeClr val="tx2"/>
                          </a:solidFill>
                          <a:effectLst/>
                          <a:latin typeface="+mj-lt"/>
                          <a:cs typeface="Segoe UI Semibold" panose="020B0702040204020203" pitchFamily="34" charset="0"/>
                        </a:rPr>
                        <a:t>Auteur</a:t>
                      </a:r>
                      <a:endParaRPr lang="nl-NL" sz="1400" b="1">
                        <a:solidFill>
                          <a:schemeClr val="tx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0" marR="36000" marT="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68165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l"/>
                      <a:r>
                        <a:rPr lang="nl-NL" sz="1400" b="1">
                          <a:solidFill>
                            <a:schemeClr val="tx2"/>
                          </a:solidFill>
                          <a:effectLst/>
                          <a:latin typeface="+mj-lt"/>
                          <a:cs typeface="Segoe UI Semibold" panose="020B0702040204020203" pitchFamily="34" charset="0"/>
                        </a:rPr>
                        <a:t>Datum</a:t>
                      </a:r>
                      <a:endParaRPr lang="nl-NL" sz="1400" b="1">
                        <a:solidFill>
                          <a:schemeClr val="tx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0" marR="36000" marT="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549219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l"/>
                      <a:endParaRPr lang="nl-NL" sz="1400" b="1">
                        <a:solidFill>
                          <a:schemeClr val="tx2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0" marR="36000" marT="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0756723"/>
                  </a:ext>
                </a:extLst>
              </a:tr>
            </a:tbl>
          </a:graphicData>
        </a:graphic>
      </p:graphicFrame>
      <p:sp>
        <p:nvSpPr>
          <p:cNvPr id="14" name="Tijdelijke aanduiding voor tekst 6">
            <a:extLst>
              <a:ext uri="{FF2B5EF4-FFF2-40B4-BE49-F238E27FC236}">
                <a16:creationId xmlns:a16="http://schemas.microsoft.com/office/drawing/2014/main" id="{C23177D5-467B-5ED9-E89C-75F22ECC051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02096" y="3832745"/>
            <a:ext cx="2653506" cy="216000"/>
          </a:xfrm>
        </p:spPr>
        <p:txBody>
          <a:bodyPr anchor="ctr">
            <a:noAutofit/>
          </a:bodyPr>
          <a:lstStyle>
            <a:lvl1pPr marL="0" indent="0">
              <a:buNone/>
              <a:defRPr sz="1400">
                <a:solidFill>
                  <a:schemeClr val="tx2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/>
              <a:t>[Auteur]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56F841BB-C5FE-4709-DC70-04383DC7E4A8}"/>
              </a:ext>
            </a:extLst>
          </p:cNvPr>
          <p:cNvSpPr>
            <a:spLocks noGrp="1"/>
          </p:cNvSpPr>
          <p:nvPr>
            <p:ph type="dt" sz="half" idx="26"/>
          </p:nvPr>
        </p:nvSpPr>
        <p:spPr>
          <a:xfrm>
            <a:off x="6602096" y="4127886"/>
            <a:ext cx="1981596" cy="184616"/>
          </a:xfrm>
        </p:spPr>
        <p:txBody>
          <a:bodyPr/>
          <a:lstStyle>
            <a:lvl1pPr>
              <a:defRPr sz="1400" b="0">
                <a:solidFill>
                  <a:schemeClr val="tx2"/>
                </a:solidFill>
              </a:defRPr>
            </a:lvl1pPr>
          </a:lstStyle>
          <a:p>
            <a:fld id="{002A0C75-8C73-4BC2-A110-8B70C26DE224}" type="datetime1">
              <a:rPr lang="nl-NL" smtClean="0"/>
              <a:pPr/>
              <a:t>09-09-2026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2C58BC21-08B5-9740-1E7D-0B157197D2FC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>
          <a:xfrm>
            <a:off x="2411187" y="6927292"/>
            <a:ext cx="8588828" cy="184616"/>
          </a:xfrm>
        </p:spPr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08572001-2FAD-178C-FEBB-1598D2C9FA18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>
          <a:xfrm>
            <a:off x="11085198" y="6927292"/>
            <a:ext cx="768135" cy="184616"/>
          </a:xfrm>
        </p:spPr>
        <p:txBody>
          <a:bodyPr/>
          <a:lstStyle/>
          <a:p>
            <a:fld id="{A648B885-FF76-47CB-8BBD-27E7EBF07CA9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40482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 zonder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elijkbenige driehoek 8">
            <a:extLst>
              <a:ext uri="{FF2B5EF4-FFF2-40B4-BE49-F238E27FC236}">
                <a16:creationId xmlns:a16="http://schemas.microsoft.com/office/drawing/2014/main" id="{FBED7AAB-CDAA-72E0-3A43-540D621F3688}"/>
              </a:ext>
            </a:extLst>
          </p:cNvPr>
          <p:cNvSpPr/>
          <p:nvPr userDrawn="1"/>
        </p:nvSpPr>
        <p:spPr>
          <a:xfrm>
            <a:off x="1753986" y="4031673"/>
            <a:ext cx="5505341" cy="2826326"/>
          </a:xfrm>
          <a:prstGeom prst="triangle">
            <a:avLst/>
          </a:prstGeom>
          <a:solidFill>
            <a:schemeClr val="accent3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AE88A44-0518-7593-2358-9798869F5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11186" y="6863443"/>
            <a:ext cx="8588828" cy="365125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E1E47005-03CE-1172-0884-71CE6F5D3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19757" y="6865861"/>
            <a:ext cx="768135" cy="365125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A648B885-FF76-47CB-8BBD-27E7EBF07CA9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7" name="Vrije vorm: vorm 6">
            <a:extLst>
              <a:ext uri="{FF2B5EF4-FFF2-40B4-BE49-F238E27FC236}">
                <a16:creationId xmlns:a16="http://schemas.microsoft.com/office/drawing/2014/main" id="{91BD37D6-B25E-967C-E52E-4F31079526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5838825" cy="5842635"/>
          </a:xfrm>
          <a:custGeom>
            <a:avLst/>
            <a:gdLst>
              <a:gd name="connsiteX0" fmla="*/ 5841340 w 5841339"/>
              <a:gd name="connsiteY0" fmla="*/ 0 h 5841720"/>
              <a:gd name="connsiteX1" fmla="*/ 3301403 w 5841339"/>
              <a:gd name="connsiteY1" fmla="*/ 0 h 5841720"/>
              <a:gd name="connsiteX2" fmla="*/ 1655826 w 5841339"/>
              <a:gd name="connsiteY2" fmla="*/ 1645666 h 5841720"/>
              <a:gd name="connsiteX3" fmla="*/ 10268 w 5841339"/>
              <a:gd name="connsiteY3" fmla="*/ 0 h 5841720"/>
              <a:gd name="connsiteX4" fmla="*/ 0 w 5841339"/>
              <a:gd name="connsiteY4" fmla="*/ 0 h 5841720"/>
              <a:gd name="connsiteX5" fmla="*/ 0 w 5841339"/>
              <a:gd name="connsiteY5" fmla="*/ 5841721 h 5841720"/>
              <a:gd name="connsiteX6" fmla="*/ 5841340 w 5841339"/>
              <a:gd name="connsiteY6" fmla="*/ 0 h 5841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41339" h="5841720">
                <a:moveTo>
                  <a:pt x="5841340" y="0"/>
                </a:moveTo>
                <a:lnTo>
                  <a:pt x="3301403" y="0"/>
                </a:lnTo>
                <a:lnTo>
                  <a:pt x="1655826" y="1645666"/>
                </a:lnTo>
                <a:lnTo>
                  <a:pt x="10268" y="0"/>
                </a:lnTo>
                <a:lnTo>
                  <a:pt x="0" y="0"/>
                </a:lnTo>
                <a:lnTo>
                  <a:pt x="0" y="5841721"/>
                </a:lnTo>
                <a:lnTo>
                  <a:pt x="5841340" y="0"/>
                </a:lnTo>
                <a:close/>
              </a:path>
            </a:pathLst>
          </a:custGeom>
          <a:solidFill>
            <a:srgbClr val="0085C6">
              <a:alpha val="74902"/>
            </a:srgbClr>
          </a:solidFill>
          <a:ln w="12695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nl-NL"/>
          </a:p>
        </p:txBody>
      </p:sp>
      <p:pic>
        <p:nvPicPr>
          <p:cNvPr id="10" name="ArtworkLogo">
            <a:extLst>
              <a:ext uri="{FF2B5EF4-FFF2-40B4-BE49-F238E27FC236}">
                <a16:creationId xmlns:a16="http://schemas.microsoft.com/office/drawing/2014/main" id="{194D9AE6-EEA9-67DA-1E28-74BBFD1DB5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75617" y="5109583"/>
            <a:ext cx="2324793" cy="1185262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124A8B8A-5A12-77BC-D52C-3D92C108CC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77012" y="423332"/>
            <a:ext cx="5976321" cy="2002965"/>
          </a:xfrm>
        </p:spPr>
        <p:txBody>
          <a:bodyPr anchor="b">
            <a:normAutofit/>
          </a:bodyPr>
          <a:lstStyle>
            <a:lvl1pPr algn="l">
              <a:defRPr sz="4800">
                <a:solidFill>
                  <a:schemeClr val="accent3"/>
                </a:solidFill>
                <a:effectLst/>
              </a:defRPr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12" name="Ondertitel 2">
            <a:extLst>
              <a:ext uri="{FF2B5EF4-FFF2-40B4-BE49-F238E27FC236}">
                <a16:creationId xmlns:a16="http://schemas.microsoft.com/office/drawing/2014/main" id="{844E863F-F9EF-7570-3F26-F8FBEC0B22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77013" y="2518373"/>
            <a:ext cx="4826924" cy="1122074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graphicFrame>
        <p:nvGraphicFramePr>
          <p:cNvPr id="13" name="Tabel 12">
            <a:extLst>
              <a:ext uri="{FF2B5EF4-FFF2-40B4-BE49-F238E27FC236}">
                <a16:creationId xmlns:a16="http://schemas.microsoft.com/office/drawing/2014/main" id="{AA9BA80B-FC9C-A07E-26AC-C724F6640AA3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684564836"/>
              </p:ext>
            </p:extLst>
          </p:nvPr>
        </p:nvGraphicFramePr>
        <p:xfrm>
          <a:off x="5972723" y="3827205"/>
          <a:ext cx="647602" cy="8471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7602">
                  <a:extLst>
                    <a:ext uri="{9D8B030D-6E8A-4147-A177-3AD203B41FA5}">
                      <a16:colId xmlns:a16="http://schemas.microsoft.com/office/drawing/2014/main" val="1466305088"/>
                    </a:ext>
                  </a:extLst>
                </a:gridCol>
              </a:tblGrid>
              <a:tr h="282388">
                <a:tc>
                  <a:txBody>
                    <a:bodyPr/>
                    <a:lstStyle/>
                    <a:p>
                      <a:pPr algn="l"/>
                      <a:r>
                        <a:rPr lang="nl-NL" sz="1400" b="1">
                          <a:solidFill>
                            <a:schemeClr val="accent3"/>
                          </a:solidFill>
                          <a:effectLst/>
                          <a:latin typeface="+mj-lt"/>
                          <a:cs typeface="Segoe UI Semibold" panose="020B0702040204020203" pitchFamily="34" charset="0"/>
                        </a:rPr>
                        <a:t>Auteur</a:t>
                      </a:r>
                      <a:endParaRPr lang="nl-NL" sz="1400" b="1">
                        <a:solidFill>
                          <a:schemeClr val="accent3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0" marR="36000" marT="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68165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l"/>
                      <a:r>
                        <a:rPr lang="nl-NL" sz="1400" b="1">
                          <a:solidFill>
                            <a:schemeClr val="accent3"/>
                          </a:solidFill>
                          <a:effectLst/>
                          <a:latin typeface="+mj-lt"/>
                          <a:cs typeface="Segoe UI Semibold" panose="020B0702040204020203" pitchFamily="34" charset="0"/>
                        </a:rPr>
                        <a:t>Datum</a:t>
                      </a:r>
                      <a:endParaRPr lang="nl-NL" sz="1400" b="1">
                        <a:solidFill>
                          <a:schemeClr val="accent3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0" marR="36000" marT="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549219"/>
                  </a:ext>
                </a:extLst>
              </a:tr>
              <a:tr h="282388">
                <a:tc>
                  <a:txBody>
                    <a:bodyPr/>
                    <a:lstStyle/>
                    <a:p>
                      <a:pPr algn="l"/>
                      <a:r>
                        <a:rPr lang="nl-NL" sz="1400" b="1">
                          <a:solidFill>
                            <a:schemeClr val="accent3"/>
                          </a:solidFill>
                          <a:effectLst/>
                          <a:latin typeface="+mj-lt"/>
                          <a:cs typeface="Segoe UI Semibold" panose="020B0702040204020203" pitchFamily="34" charset="0"/>
                        </a:rPr>
                        <a:t>Status</a:t>
                      </a:r>
                      <a:endParaRPr lang="nl-NL" sz="1400" b="1">
                        <a:solidFill>
                          <a:schemeClr val="accent3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0" marR="36000" marT="0" marB="36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0756723"/>
                  </a:ext>
                </a:extLst>
              </a:tr>
            </a:tbl>
          </a:graphicData>
        </a:graphic>
      </p:graphicFrame>
      <p:sp>
        <p:nvSpPr>
          <p:cNvPr id="14" name="Tijdelijke aanduiding voor tekst 6">
            <a:extLst>
              <a:ext uri="{FF2B5EF4-FFF2-40B4-BE49-F238E27FC236}">
                <a16:creationId xmlns:a16="http://schemas.microsoft.com/office/drawing/2014/main" id="{6436DDAC-09F2-5DB1-A9D5-31E000C2BE6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02096" y="3832745"/>
            <a:ext cx="2653506" cy="216000"/>
          </a:xfrm>
        </p:spPr>
        <p:txBody>
          <a:bodyPr anchor="ctr">
            <a:noAutofit/>
          </a:bodyPr>
          <a:lstStyle>
            <a:lvl1pPr marL="0" indent="0">
              <a:buNone/>
              <a:defRPr sz="1400">
                <a:solidFill>
                  <a:schemeClr val="tx2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/>
              <a:t>[Auteur]</a:t>
            </a:r>
          </a:p>
        </p:txBody>
      </p:sp>
      <p:sp>
        <p:nvSpPr>
          <p:cNvPr id="15" name="Tijdelijke aanduiding voor datum 15">
            <a:extLst>
              <a:ext uri="{FF2B5EF4-FFF2-40B4-BE49-F238E27FC236}">
                <a16:creationId xmlns:a16="http://schemas.microsoft.com/office/drawing/2014/main" id="{8B674381-211C-FF9F-C574-A4844D268B57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6602096" y="4105752"/>
            <a:ext cx="2653506" cy="216000"/>
          </a:xfrm>
        </p:spPr>
        <p:txBody>
          <a:bodyPr/>
          <a:lstStyle>
            <a:lvl1pPr>
              <a:defRPr lang="nl-NL" sz="1400" b="0" kern="1200" smtClean="0">
                <a:solidFill>
                  <a:schemeClr val="tx2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fld id="{A2D4CE28-2779-4906-957D-A173F7999FCA}" type="datetime1">
              <a:rPr lang="nl-NL" smtClean="0"/>
              <a:pPr/>
              <a:t>09-09-2026</a:t>
            </a:fld>
            <a:endParaRPr lang="nl-NL"/>
          </a:p>
        </p:txBody>
      </p:sp>
      <p:sp>
        <p:nvSpPr>
          <p:cNvPr id="16" name="Tijdelijke aanduiding voor tekst 6">
            <a:extLst>
              <a:ext uri="{FF2B5EF4-FFF2-40B4-BE49-F238E27FC236}">
                <a16:creationId xmlns:a16="http://schemas.microsoft.com/office/drawing/2014/main" id="{465BD4F6-E566-373F-AA82-95B04BC4D72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602096" y="4408262"/>
            <a:ext cx="2653506" cy="216000"/>
          </a:xfrm>
        </p:spPr>
        <p:txBody>
          <a:bodyPr anchor="ctr">
            <a:noAutofit/>
          </a:bodyPr>
          <a:lstStyle>
            <a:lvl1pPr marL="0" indent="0">
              <a:buNone/>
              <a:defRPr sz="1400">
                <a:solidFill>
                  <a:schemeClr val="tx2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/>
              <a:t>[Openbaar]</a:t>
            </a:r>
          </a:p>
        </p:txBody>
      </p:sp>
    </p:spTree>
    <p:extLst>
      <p:ext uri="{BB962C8B-B14F-4D97-AF65-F5344CB8AC3E}">
        <p14:creationId xmlns:p14="http://schemas.microsoft.com/office/powerpoint/2010/main" val="1295709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edia groe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350027-561D-9815-D6C8-7833745CE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08DF9C5-40B2-777B-7728-7B2F79024E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ED844BF-4A37-C943-19BA-B6BE1D0E8A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0734" y="6858000"/>
            <a:ext cx="1981596" cy="365125"/>
          </a:xfrm>
        </p:spPr>
        <p:txBody>
          <a:bodyPr/>
          <a:lstStyle/>
          <a:p>
            <a:fld id="{B234C477-5CCC-4E58-9207-9007DC239AB4}" type="datetime1">
              <a:rPr lang="nl-NL" smtClean="0"/>
              <a:t>09-09-2026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8791B4C-CA2E-3C32-B006-50106C38A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11186" y="6858000"/>
            <a:ext cx="8588828" cy="365125"/>
          </a:xfrm>
        </p:spPr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93452BF-6401-2945-19C5-200889360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19757" y="6858000"/>
            <a:ext cx="768135" cy="365125"/>
          </a:xfrm>
        </p:spPr>
        <p:txBody>
          <a:bodyPr/>
          <a:lstStyle/>
          <a:p>
            <a:fld id="{A648B885-FF76-47CB-8BBD-27E7EBF07CA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81267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edia grij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350027-561D-9815-D6C8-7833745CE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08DF9C5-40B2-777B-7728-7B2F79024E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ED844BF-4A37-C943-19BA-B6BE1D0E8A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0734" y="6858000"/>
            <a:ext cx="1981596" cy="365125"/>
          </a:xfrm>
        </p:spPr>
        <p:txBody>
          <a:bodyPr/>
          <a:lstStyle/>
          <a:p>
            <a:fld id="{B234C477-5CCC-4E58-9207-9007DC239AB4}" type="datetime1">
              <a:rPr lang="nl-NL" smtClean="0"/>
              <a:t>09-09-2026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8791B4C-CA2E-3C32-B006-50106C38A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11186" y="6858000"/>
            <a:ext cx="8588828" cy="365125"/>
          </a:xfrm>
        </p:spPr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93452BF-6401-2945-19C5-200889360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19757" y="6858000"/>
            <a:ext cx="768135" cy="365125"/>
          </a:xfrm>
        </p:spPr>
        <p:txBody>
          <a:bodyPr/>
          <a:lstStyle/>
          <a:p>
            <a:fld id="{A648B885-FF76-47CB-8BBD-27E7EBF07CA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12819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edia blauw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350027-561D-9815-D6C8-7833745CE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08DF9C5-40B2-777B-7728-7B2F79024E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ED844BF-4A37-C943-19BA-B6BE1D0E8A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0734" y="6858000"/>
            <a:ext cx="1981596" cy="365125"/>
          </a:xfrm>
        </p:spPr>
        <p:txBody>
          <a:bodyPr/>
          <a:lstStyle/>
          <a:p>
            <a:fld id="{B234C477-5CCC-4E58-9207-9007DC239AB4}" type="datetime1">
              <a:rPr lang="nl-NL" smtClean="0"/>
              <a:t>09-09-2026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8791B4C-CA2E-3C32-B006-50106C38A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11186" y="6858000"/>
            <a:ext cx="8588828" cy="365125"/>
          </a:xfrm>
        </p:spPr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93452BF-6401-2945-19C5-200889360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19757" y="6858000"/>
            <a:ext cx="768135" cy="365125"/>
          </a:xfrm>
        </p:spPr>
        <p:txBody>
          <a:bodyPr/>
          <a:lstStyle/>
          <a:p>
            <a:fld id="{A648B885-FF76-47CB-8BBD-27E7EBF07CA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8215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6C8B7F-8EAE-DFFE-3C9F-C75106A36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4A234CF-E505-C018-55A9-3F18862543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0038" y="1520825"/>
            <a:ext cx="5651500" cy="493236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8F7909C5-632E-90BD-3A91-D79DFB8F62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40464" y="1529616"/>
            <a:ext cx="5651500" cy="493236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24BEC6D9-4EE8-76E6-0339-AB3A98617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2F211-4CA0-46C3-BAC9-237EE5A60786}" type="datetime1">
              <a:rPr lang="nl-NL" smtClean="0"/>
              <a:t>09-09-2026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1FB164C-CDA8-CCEC-0F77-77468940A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FBFC3D39-BA73-DF9B-C19E-88D5E8158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67508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6C8B7F-8EAE-DFFE-3C9F-C75106A36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39" y="1"/>
            <a:ext cx="5651499" cy="1280159"/>
          </a:xfrm>
        </p:spPr>
        <p:txBody>
          <a:bodyPr rIns="108000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4A234CF-E505-C018-55A9-3F18862543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0038" y="1520825"/>
            <a:ext cx="5651498" cy="5187706"/>
          </a:xfrm>
        </p:spPr>
        <p:txBody>
          <a:bodyPr rIns="10800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24BEC6D9-4EE8-76E6-0339-AB3A98617E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0735" y="6953862"/>
            <a:ext cx="1981596" cy="184616"/>
          </a:xfrm>
        </p:spPr>
        <p:txBody>
          <a:bodyPr/>
          <a:lstStyle/>
          <a:p>
            <a:fld id="{E0A2F211-4CA0-46C3-BAC9-237EE5A60786}" type="datetime1">
              <a:rPr lang="nl-NL" smtClean="0"/>
              <a:t>09-09-2026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1FB164C-CDA8-CCEC-0F77-77468940A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11187" y="6953862"/>
            <a:ext cx="8588828" cy="184616"/>
          </a:xfrm>
        </p:spPr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FBFC3D39-BA73-DF9B-C19E-88D5E8158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19758" y="6953862"/>
            <a:ext cx="768135" cy="184616"/>
          </a:xfrm>
        </p:spPr>
        <p:txBody>
          <a:bodyPr/>
          <a:lstStyle/>
          <a:p>
            <a:fld id="{A648B885-FF76-47CB-8BBD-27E7EBF07CA9}" type="slidenum">
              <a:rPr lang="nl-NL" smtClean="0"/>
              <a:t>‹#›</a:t>
            </a:fld>
            <a:endParaRPr lang="nl-NL"/>
          </a:p>
        </p:txBody>
      </p:sp>
      <p:sp>
        <p:nvSpPr>
          <p:cNvPr id="9" name="Tijdelijke aanduiding voor afbeelding 8">
            <a:extLst>
              <a:ext uri="{FF2B5EF4-FFF2-40B4-BE49-F238E27FC236}">
                <a16:creationId xmlns:a16="http://schemas.microsoft.com/office/drawing/2014/main" id="{1038B7A9-983C-A565-EC4B-ED55929A29E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</p:spTree>
    <p:extLst>
      <p:ext uri="{BB962C8B-B14F-4D97-AF65-F5344CB8AC3E}">
        <p14:creationId xmlns:p14="http://schemas.microsoft.com/office/powerpoint/2010/main" val="42661379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6C8B7F-8EAE-DFFE-3C9F-C75106A36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0464" y="1"/>
            <a:ext cx="5651499" cy="1280159"/>
          </a:xfrm>
        </p:spPr>
        <p:txBody>
          <a:bodyPr lIns="108000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4A234CF-E505-C018-55A9-3F18862543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40463" y="1520825"/>
            <a:ext cx="5651500" cy="4932363"/>
          </a:xfrm>
        </p:spPr>
        <p:txBody>
          <a:bodyPr lIns="10800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24BEC6D9-4EE8-76E6-0339-AB3A98617E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0735" y="6909900"/>
            <a:ext cx="1981596" cy="184616"/>
          </a:xfrm>
        </p:spPr>
        <p:txBody>
          <a:bodyPr/>
          <a:lstStyle/>
          <a:p>
            <a:fld id="{E0A2F211-4CA0-46C3-BAC9-237EE5A60786}" type="datetime1">
              <a:rPr lang="nl-NL" smtClean="0"/>
              <a:t>09-09-2026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1FB164C-CDA8-CCEC-0F77-77468940A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11187" y="6909900"/>
            <a:ext cx="8588828" cy="184616"/>
          </a:xfrm>
        </p:spPr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FBFC3D39-BA73-DF9B-C19E-88D5E8158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‹#›</a:t>
            </a:fld>
            <a:endParaRPr lang="nl-NL"/>
          </a:p>
        </p:txBody>
      </p:sp>
      <p:sp>
        <p:nvSpPr>
          <p:cNvPr id="10" name="Tijdelijke aanduiding voor afbeelding 8">
            <a:extLst>
              <a:ext uri="{FF2B5EF4-FFF2-40B4-BE49-F238E27FC236}">
                <a16:creationId xmlns:a16="http://schemas.microsoft.com/office/drawing/2014/main" id="{9FB750C7-4805-0ECC-3FA0-D2C3B878014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79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</p:spTree>
    <p:extLst>
      <p:ext uri="{BB962C8B-B14F-4D97-AF65-F5344CB8AC3E}">
        <p14:creationId xmlns:p14="http://schemas.microsoft.com/office/powerpoint/2010/main" val="9702313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Inhoud van twee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6C8B7F-8EAE-DFFE-3C9F-C75106A36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4A234CF-E505-C018-55A9-3F18862543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0038" y="1520825"/>
            <a:ext cx="5651500" cy="493236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8F7909C5-632E-90BD-3A91-D79DFB8F62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40464" y="1520824"/>
            <a:ext cx="5651500" cy="493236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24BEC6D9-4EE8-76E6-0339-AB3A98617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2F211-4CA0-46C3-BAC9-237EE5A60786}" type="datetime1">
              <a:rPr lang="nl-NL" smtClean="0"/>
              <a:t>09-09-2026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1FB164C-CDA8-CCEC-0F77-77468940A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FBFC3D39-BA73-DF9B-C19E-88D5E8158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‹#›</a:t>
            </a:fld>
            <a:endParaRPr lang="nl-NL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AA4B9750-6228-FC32-2ECA-1DB369F716F0}"/>
              </a:ext>
            </a:extLst>
          </p:cNvPr>
          <p:cNvSpPr/>
          <p:nvPr userDrawn="1"/>
        </p:nvSpPr>
        <p:spPr>
          <a:xfrm>
            <a:off x="-1" y="0"/>
            <a:ext cx="180000" cy="68700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9" name="ArtworkLogo">
            <a:extLst>
              <a:ext uri="{FF2B5EF4-FFF2-40B4-BE49-F238E27FC236}">
                <a16:creationId xmlns:a16="http://schemas.microsoft.com/office/drawing/2014/main" id="{99569BF7-1D6F-9277-D1CE-2CCC6A1FEE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83929" y="303802"/>
            <a:ext cx="1629294" cy="830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5127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6C8B7F-8EAE-DFFE-3C9F-C75106A36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39" y="1"/>
            <a:ext cx="5651499" cy="1280159"/>
          </a:xfrm>
        </p:spPr>
        <p:txBody>
          <a:bodyPr rIns="108000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4A234CF-E505-C018-55A9-3F18862543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0038" y="1520824"/>
            <a:ext cx="5651498" cy="5152537"/>
          </a:xfrm>
        </p:spPr>
        <p:txBody>
          <a:bodyPr rIns="10800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24BEC6D9-4EE8-76E6-0339-AB3A98617E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0735" y="6971445"/>
            <a:ext cx="1981596" cy="184616"/>
          </a:xfrm>
        </p:spPr>
        <p:txBody>
          <a:bodyPr/>
          <a:lstStyle/>
          <a:p>
            <a:fld id="{E0A2F211-4CA0-46C3-BAC9-237EE5A60786}" type="datetime1">
              <a:rPr lang="nl-NL" smtClean="0"/>
              <a:t>09-09-2026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1FB164C-CDA8-CCEC-0F77-77468940A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11187" y="6971445"/>
            <a:ext cx="8588828" cy="184616"/>
          </a:xfrm>
        </p:spPr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FBFC3D39-BA73-DF9B-C19E-88D5E8158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19758" y="6971445"/>
            <a:ext cx="768135" cy="184616"/>
          </a:xfrm>
        </p:spPr>
        <p:txBody>
          <a:bodyPr/>
          <a:lstStyle/>
          <a:p>
            <a:fld id="{A648B885-FF76-47CB-8BBD-27E7EBF07CA9}" type="slidenum">
              <a:rPr lang="nl-NL" smtClean="0"/>
              <a:t>‹#›</a:t>
            </a:fld>
            <a:endParaRPr lang="nl-NL"/>
          </a:p>
        </p:txBody>
      </p:sp>
      <p:sp>
        <p:nvSpPr>
          <p:cNvPr id="9" name="Tijdelijke aanduiding voor afbeelding 8">
            <a:extLst>
              <a:ext uri="{FF2B5EF4-FFF2-40B4-BE49-F238E27FC236}">
                <a16:creationId xmlns:a16="http://schemas.microsoft.com/office/drawing/2014/main" id="{1038B7A9-983C-A565-EC4B-ED55929A29E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1697A7E-ACCE-5011-540F-ABCB2C8EB371}"/>
              </a:ext>
            </a:extLst>
          </p:cNvPr>
          <p:cNvSpPr/>
          <p:nvPr userDrawn="1"/>
        </p:nvSpPr>
        <p:spPr>
          <a:xfrm>
            <a:off x="-1" y="0"/>
            <a:ext cx="180000" cy="68700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409386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6C8B7F-8EAE-DFFE-3C9F-C75106A36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0464" y="1"/>
            <a:ext cx="5651499" cy="1280159"/>
          </a:xfrm>
        </p:spPr>
        <p:txBody>
          <a:bodyPr lIns="108000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4A234CF-E505-C018-55A9-3F18862543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40463" y="1520825"/>
            <a:ext cx="5651500" cy="4932363"/>
          </a:xfrm>
        </p:spPr>
        <p:txBody>
          <a:bodyPr lIns="10800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24BEC6D9-4EE8-76E6-0339-AB3A98617E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0735" y="6971456"/>
            <a:ext cx="1981596" cy="184616"/>
          </a:xfrm>
        </p:spPr>
        <p:txBody>
          <a:bodyPr/>
          <a:lstStyle/>
          <a:p>
            <a:fld id="{E0A2F211-4CA0-46C3-BAC9-237EE5A60786}" type="datetime1">
              <a:rPr lang="nl-NL" smtClean="0"/>
              <a:t>09-09-2026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1FB164C-CDA8-CCEC-0F77-77468940A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11187" y="6971456"/>
            <a:ext cx="8588828" cy="184616"/>
          </a:xfrm>
        </p:spPr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FBFC3D39-BA73-DF9B-C19E-88D5E8158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‹#›</a:t>
            </a:fld>
            <a:endParaRPr lang="nl-NL"/>
          </a:p>
        </p:txBody>
      </p:sp>
      <p:sp>
        <p:nvSpPr>
          <p:cNvPr id="10" name="Tijdelijke aanduiding voor afbeelding 8">
            <a:extLst>
              <a:ext uri="{FF2B5EF4-FFF2-40B4-BE49-F238E27FC236}">
                <a16:creationId xmlns:a16="http://schemas.microsoft.com/office/drawing/2014/main" id="{9FB750C7-4805-0ECC-3FA0-D2C3B878014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</p:spTree>
    <p:extLst>
      <p:ext uri="{BB962C8B-B14F-4D97-AF65-F5344CB8AC3E}">
        <p14:creationId xmlns:p14="http://schemas.microsoft.com/office/powerpoint/2010/main" val="24240004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Inhoud van twe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afbeelding 8">
            <a:extLst>
              <a:ext uri="{FF2B5EF4-FFF2-40B4-BE49-F238E27FC236}">
                <a16:creationId xmlns:a16="http://schemas.microsoft.com/office/drawing/2014/main" id="{1038B7A9-983C-A565-EC4B-ED55929A29E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6C8B7F-8EAE-DFFE-3C9F-C75106A36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39" y="1"/>
            <a:ext cx="5651499" cy="1280159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4A234CF-E505-C018-55A9-3F18862543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0038" y="1520825"/>
            <a:ext cx="5651498" cy="457199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24BEC6D9-4EE8-76E6-0339-AB3A98617E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0735" y="6918696"/>
            <a:ext cx="1981596" cy="184616"/>
          </a:xfrm>
        </p:spPr>
        <p:txBody>
          <a:bodyPr/>
          <a:lstStyle/>
          <a:p>
            <a:fld id="{E0A2F211-4CA0-46C3-BAC9-237EE5A60786}" type="datetime1">
              <a:rPr lang="nl-NL" smtClean="0"/>
              <a:t>09-09-2026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1FB164C-CDA8-CCEC-0F77-77468940A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11187" y="6918696"/>
            <a:ext cx="8588828" cy="184616"/>
          </a:xfrm>
        </p:spPr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FBFC3D39-BA73-DF9B-C19E-88D5E8158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19758" y="6918696"/>
            <a:ext cx="768135" cy="184616"/>
          </a:xfrm>
        </p:spPr>
        <p:txBody>
          <a:bodyPr/>
          <a:lstStyle/>
          <a:p>
            <a:fld id="{A648B885-FF76-47CB-8BBD-27E7EBF07CA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31183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Inhoud van twe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afbeelding 8">
            <a:extLst>
              <a:ext uri="{FF2B5EF4-FFF2-40B4-BE49-F238E27FC236}">
                <a16:creationId xmlns:a16="http://schemas.microsoft.com/office/drawing/2014/main" id="{1038B7A9-983C-A565-EC4B-ED55929A29E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6C8B7F-8EAE-DFFE-3C9F-C75106A36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39" y="1"/>
            <a:ext cx="5651499" cy="1280159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4A234CF-E505-C018-55A9-3F18862543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0038" y="1520825"/>
            <a:ext cx="5651498" cy="457199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24BEC6D9-4EE8-76E6-0339-AB3A98617E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0735" y="6909900"/>
            <a:ext cx="1981596" cy="184616"/>
          </a:xfrm>
        </p:spPr>
        <p:txBody>
          <a:bodyPr/>
          <a:lstStyle/>
          <a:p>
            <a:fld id="{E0A2F211-4CA0-46C3-BAC9-237EE5A60786}" type="datetime1">
              <a:rPr lang="nl-NL" smtClean="0"/>
              <a:t>09-09-2026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1FB164C-CDA8-CCEC-0F77-77468940A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11187" y="6909900"/>
            <a:ext cx="8588828" cy="184616"/>
          </a:xfrm>
        </p:spPr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FBFC3D39-BA73-DF9B-C19E-88D5E8158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19758" y="6909900"/>
            <a:ext cx="768135" cy="184616"/>
          </a:xfrm>
        </p:spPr>
        <p:txBody>
          <a:bodyPr/>
          <a:lstStyle/>
          <a:p>
            <a:fld id="{A648B885-FF76-47CB-8BBD-27E7EBF07CA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858461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Inhoud van twe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afbeelding 8">
            <a:extLst>
              <a:ext uri="{FF2B5EF4-FFF2-40B4-BE49-F238E27FC236}">
                <a16:creationId xmlns:a16="http://schemas.microsoft.com/office/drawing/2014/main" id="{1038B7A9-983C-A565-EC4B-ED55929A29E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6C8B7F-8EAE-DFFE-3C9F-C75106A36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39" y="1"/>
            <a:ext cx="5651499" cy="1280159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4A234CF-E505-C018-55A9-3F18862543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0038" y="1520825"/>
            <a:ext cx="5651498" cy="457199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24BEC6D9-4EE8-76E6-0339-AB3A98617E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0735" y="6892315"/>
            <a:ext cx="1981596" cy="184616"/>
          </a:xfrm>
        </p:spPr>
        <p:txBody>
          <a:bodyPr/>
          <a:lstStyle/>
          <a:p>
            <a:fld id="{E0A2F211-4CA0-46C3-BAC9-237EE5A60786}" type="datetime1">
              <a:rPr lang="nl-NL" smtClean="0"/>
              <a:t>09-09-2026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1FB164C-CDA8-CCEC-0F77-77468940A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11187" y="6892315"/>
            <a:ext cx="8588828" cy="184616"/>
          </a:xfrm>
        </p:spPr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FBFC3D39-BA73-DF9B-C19E-88D5E8158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19758" y="6892315"/>
            <a:ext cx="768135" cy="184616"/>
          </a:xfrm>
        </p:spPr>
        <p:txBody>
          <a:bodyPr/>
          <a:lstStyle/>
          <a:p>
            <a:fld id="{A648B885-FF76-47CB-8BBD-27E7EBF07CA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2699836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 met thema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6C8B7F-8EAE-DFFE-3C9F-C75106A36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24BEC6D9-4EE8-76E6-0339-AB3A98617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5C2FD-3A9E-4FB6-9665-708E4478422C}" type="datetime1">
              <a:rPr lang="nl-NL" smtClean="0"/>
              <a:t>09-09-2026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1FB164C-CDA8-CCEC-0F77-77468940A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FBFC3D39-BA73-DF9B-C19E-88D5E8158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‹#›</a:t>
            </a:fld>
            <a:endParaRPr lang="nl-NL"/>
          </a:p>
        </p:txBody>
      </p:sp>
      <p:sp>
        <p:nvSpPr>
          <p:cNvPr id="11" name="Tijdelijke aanduiding voor tekst 8">
            <a:extLst>
              <a:ext uri="{FF2B5EF4-FFF2-40B4-BE49-F238E27FC236}">
                <a16:creationId xmlns:a16="http://schemas.microsoft.com/office/drawing/2014/main" id="{092EB4F2-6BF4-2A49-29B5-4F85BDB33D1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0037" y="3606827"/>
            <a:ext cx="3412305" cy="30878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/>
              <a:t>Titel</a:t>
            </a:r>
          </a:p>
        </p:txBody>
      </p:sp>
      <p:sp>
        <p:nvSpPr>
          <p:cNvPr id="14" name="Tijdelijke aanduiding voor tekst 15">
            <a:extLst>
              <a:ext uri="{FF2B5EF4-FFF2-40B4-BE49-F238E27FC236}">
                <a16:creationId xmlns:a16="http://schemas.microsoft.com/office/drawing/2014/main" id="{5037B0F5-CB2A-FC8C-6198-5AD67C9D783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20195" y="4112209"/>
            <a:ext cx="3391381" cy="2340979"/>
          </a:xfrm>
        </p:spPr>
        <p:txBody>
          <a:bodyPr lIns="0">
            <a:normAutofit/>
          </a:bodyPr>
          <a:lstStyle>
            <a:lvl1pPr marL="0" indent="0">
              <a:lnSpc>
                <a:spcPct val="95000"/>
              </a:lnSpc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lnSpc>
                <a:spcPct val="95000"/>
              </a:lnSpc>
              <a:buNone/>
              <a:defRPr sz="1200">
                <a:solidFill>
                  <a:schemeClr val="tx2"/>
                </a:solidFill>
              </a:defRPr>
            </a:lvl2pPr>
            <a:lvl3pPr marL="914400" indent="0">
              <a:lnSpc>
                <a:spcPct val="95000"/>
              </a:lnSpc>
              <a:buNone/>
              <a:defRPr sz="1100">
                <a:solidFill>
                  <a:schemeClr val="tx2"/>
                </a:solidFill>
              </a:defRPr>
            </a:lvl3pPr>
            <a:lvl4pPr marL="1371600" indent="0">
              <a:lnSpc>
                <a:spcPct val="95000"/>
              </a:lnSpc>
              <a:buNone/>
              <a:defRPr sz="1050">
                <a:solidFill>
                  <a:schemeClr val="tx2"/>
                </a:solidFill>
              </a:defRPr>
            </a:lvl4pPr>
            <a:lvl5pPr marL="1828800" indent="0">
              <a:lnSpc>
                <a:spcPct val="95000"/>
              </a:lnSpc>
              <a:buNone/>
              <a:defRPr sz="1050">
                <a:solidFill>
                  <a:schemeClr val="tx2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17" name="Tijdelijke aanduiding voor tekst 8">
            <a:extLst>
              <a:ext uri="{FF2B5EF4-FFF2-40B4-BE49-F238E27FC236}">
                <a16:creationId xmlns:a16="http://schemas.microsoft.com/office/drawing/2014/main" id="{BE0659CB-6E14-2168-A79C-393B3A523EE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00582" y="3604037"/>
            <a:ext cx="3391381" cy="30878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/>
              <a:t>Titel</a:t>
            </a:r>
          </a:p>
        </p:txBody>
      </p:sp>
      <p:sp>
        <p:nvSpPr>
          <p:cNvPr id="18" name="Tijdelijke aanduiding voor tekst 15">
            <a:extLst>
              <a:ext uri="{FF2B5EF4-FFF2-40B4-BE49-F238E27FC236}">
                <a16:creationId xmlns:a16="http://schemas.microsoft.com/office/drawing/2014/main" id="{A6D4F84C-3FA7-9394-9AAA-A500F44CE46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00355" y="4112209"/>
            <a:ext cx="3391381" cy="2340979"/>
          </a:xfrm>
        </p:spPr>
        <p:txBody>
          <a:bodyPr lIns="0">
            <a:normAutofit/>
          </a:bodyPr>
          <a:lstStyle>
            <a:lvl1pPr marL="0" indent="0">
              <a:lnSpc>
                <a:spcPct val="95000"/>
              </a:lnSpc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lnSpc>
                <a:spcPct val="95000"/>
              </a:lnSpc>
              <a:buNone/>
              <a:defRPr sz="1200">
                <a:solidFill>
                  <a:schemeClr val="tx2"/>
                </a:solidFill>
              </a:defRPr>
            </a:lvl2pPr>
            <a:lvl3pPr marL="914400" indent="0">
              <a:lnSpc>
                <a:spcPct val="95000"/>
              </a:lnSpc>
              <a:buNone/>
              <a:defRPr sz="1100">
                <a:solidFill>
                  <a:schemeClr val="tx2"/>
                </a:solidFill>
              </a:defRPr>
            </a:lvl3pPr>
            <a:lvl4pPr marL="1371600" indent="0">
              <a:lnSpc>
                <a:spcPct val="95000"/>
              </a:lnSpc>
              <a:buNone/>
              <a:defRPr sz="1050">
                <a:solidFill>
                  <a:schemeClr val="tx2"/>
                </a:solidFill>
              </a:defRPr>
            </a:lvl4pPr>
            <a:lvl5pPr marL="1828800" indent="0">
              <a:lnSpc>
                <a:spcPct val="95000"/>
              </a:lnSpc>
              <a:buNone/>
              <a:defRPr sz="1050">
                <a:solidFill>
                  <a:schemeClr val="tx2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19" name="Tijdelijke aanduiding voor tekst 8">
            <a:extLst>
              <a:ext uri="{FF2B5EF4-FFF2-40B4-BE49-F238E27FC236}">
                <a16:creationId xmlns:a16="http://schemas.microsoft.com/office/drawing/2014/main" id="{74A7EE85-3357-ABAF-D191-9DB06D4E2A4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00309" y="3614923"/>
            <a:ext cx="3391381" cy="30878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/>
              <a:t>Titel</a:t>
            </a:r>
          </a:p>
        </p:txBody>
      </p:sp>
      <p:sp>
        <p:nvSpPr>
          <p:cNvPr id="20" name="Tijdelijke aanduiding voor tekst 15">
            <a:extLst>
              <a:ext uri="{FF2B5EF4-FFF2-40B4-BE49-F238E27FC236}">
                <a16:creationId xmlns:a16="http://schemas.microsoft.com/office/drawing/2014/main" id="{A834E811-F800-B2BB-BC3E-B2936BEBBA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00309" y="4112209"/>
            <a:ext cx="3442995" cy="2340979"/>
          </a:xfrm>
        </p:spPr>
        <p:txBody>
          <a:bodyPr lIns="0">
            <a:normAutofit/>
          </a:bodyPr>
          <a:lstStyle>
            <a:lvl1pPr marL="0" indent="0">
              <a:lnSpc>
                <a:spcPct val="95000"/>
              </a:lnSpc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lnSpc>
                <a:spcPct val="95000"/>
              </a:lnSpc>
              <a:buNone/>
              <a:defRPr sz="1200">
                <a:solidFill>
                  <a:schemeClr val="tx2"/>
                </a:solidFill>
              </a:defRPr>
            </a:lvl2pPr>
            <a:lvl3pPr marL="914400" indent="0">
              <a:lnSpc>
                <a:spcPct val="95000"/>
              </a:lnSpc>
              <a:buNone/>
              <a:defRPr sz="1100">
                <a:solidFill>
                  <a:schemeClr val="tx2"/>
                </a:solidFill>
              </a:defRPr>
            </a:lvl3pPr>
            <a:lvl4pPr marL="1371600" indent="0">
              <a:lnSpc>
                <a:spcPct val="95000"/>
              </a:lnSpc>
              <a:buNone/>
              <a:defRPr sz="1050">
                <a:solidFill>
                  <a:schemeClr val="tx2"/>
                </a:solidFill>
              </a:defRPr>
            </a:lvl4pPr>
            <a:lvl5pPr marL="1828800" indent="0">
              <a:lnSpc>
                <a:spcPct val="95000"/>
              </a:lnSpc>
              <a:buNone/>
              <a:defRPr sz="1050">
                <a:solidFill>
                  <a:schemeClr val="tx2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22" name="Tijdelijke aanduiding voor afbeelding 21">
            <a:extLst>
              <a:ext uri="{FF2B5EF4-FFF2-40B4-BE49-F238E27FC236}">
                <a16:creationId xmlns:a16="http://schemas.microsoft.com/office/drawing/2014/main" id="{1AAB14BD-6D7A-1F8E-0A43-628CE143A5B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99270" y="1510538"/>
            <a:ext cx="3412305" cy="1918462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3" name="Tijdelijke aanduiding voor afbeelding 21">
            <a:extLst>
              <a:ext uri="{FF2B5EF4-FFF2-40B4-BE49-F238E27FC236}">
                <a16:creationId xmlns:a16="http://schemas.microsoft.com/office/drawing/2014/main" id="{43A54D3D-7CE2-6CA6-6477-72263150EAB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400563" y="1520824"/>
            <a:ext cx="3390900" cy="1896083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4" name="Tijdelijke aanduiding voor afbeelding 21">
            <a:extLst>
              <a:ext uri="{FF2B5EF4-FFF2-40B4-BE49-F238E27FC236}">
                <a16:creationId xmlns:a16="http://schemas.microsoft.com/office/drawing/2014/main" id="{6BAB077A-65C4-42E8-210F-E56864579A3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501063" y="1520825"/>
            <a:ext cx="3390900" cy="1908176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</a:lstStyle>
          <a:p>
            <a:r>
              <a:rPr lang="nl-NL"/>
              <a:t>Klik op het pictogram als u een afbeelding wilt toevoegen</a:t>
            </a:r>
          </a:p>
        </p:txBody>
      </p:sp>
    </p:spTree>
    <p:extLst>
      <p:ext uri="{BB962C8B-B14F-4D97-AF65-F5344CB8AC3E}">
        <p14:creationId xmlns:p14="http://schemas.microsoft.com/office/powerpoint/2010/main" val="25429860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6A9BEB-31D7-5990-1454-20C0B1CCB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01B9DCB-6767-0FAB-4EEB-51B8FE43A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D8C46-45ED-4977-8DF5-FEAAF18B775F}" type="datetime1">
              <a:rPr lang="nl-NL" smtClean="0"/>
              <a:t>09-09-2026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217A91C-110C-441A-26CF-15C3C7771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616AD90-C02F-C9FA-46E8-39CDB2530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‹#›</a:t>
            </a:fld>
            <a:endParaRPr lang="nl-NL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34C0A1A6-72F3-0B92-4C73-E68902C2BD5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00039" y="1520826"/>
            <a:ext cx="180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fr-FR"/>
              <a:t>	</a:t>
            </a:r>
          </a:p>
          <a:p>
            <a:endParaRPr lang="fr-FR"/>
          </a:p>
          <a:p>
            <a:endParaRPr lang="fr-FR"/>
          </a:p>
          <a:p>
            <a:r>
              <a:rPr lang="fr-FR" err="1"/>
              <a:t>Afbeelding</a:t>
            </a:r>
            <a:endParaRPr lang="fr-FR"/>
          </a:p>
        </p:txBody>
      </p:sp>
      <p:sp>
        <p:nvSpPr>
          <p:cNvPr id="9" name="Tijdelijke aanduiding voor tekst 3">
            <a:extLst>
              <a:ext uri="{FF2B5EF4-FFF2-40B4-BE49-F238E27FC236}">
                <a16:creationId xmlns:a16="http://schemas.microsoft.com/office/drawing/2014/main" id="{C819F858-9DE3-548D-8A0E-0F7AEABA908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562224" y="1520824"/>
            <a:ext cx="3389313" cy="493236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11" name="Tijdelijke aanduiding voor tekst 5">
            <a:extLst>
              <a:ext uri="{FF2B5EF4-FFF2-40B4-BE49-F238E27FC236}">
                <a16:creationId xmlns:a16="http://schemas.microsoft.com/office/drawing/2014/main" id="{DBED99CA-91B8-1548-5F03-07EF089CEDE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0460" y="3616323"/>
            <a:ext cx="2036762" cy="66992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tx2"/>
                </a:solidFill>
              </a:defRPr>
            </a:lvl1pPr>
            <a:lvl2pPr marL="358775" indent="0">
              <a:buNone/>
              <a:defRPr/>
            </a:lvl2pPr>
          </a:lstStyle>
          <a:p>
            <a:pPr lvl="0"/>
            <a:r>
              <a:rPr lang="nl-NL"/>
              <a:t>Voornaam Achternaam</a:t>
            </a:r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5781FE0B-A698-85E7-8C44-C9D6FF2CF35E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240465" y="1520827"/>
            <a:ext cx="180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fr-FR"/>
              <a:t>	</a:t>
            </a:r>
          </a:p>
          <a:p>
            <a:endParaRPr lang="fr-FR"/>
          </a:p>
          <a:p>
            <a:endParaRPr lang="fr-FR"/>
          </a:p>
          <a:p>
            <a:r>
              <a:rPr lang="fr-FR" err="1"/>
              <a:t>Afbeelding</a:t>
            </a:r>
            <a:endParaRPr lang="fr-FR"/>
          </a:p>
        </p:txBody>
      </p:sp>
      <p:sp>
        <p:nvSpPr>
          <p:cNvPr id="14" name="Tijdelijke aanduiding voor tekst 3">
            <a:extLst>
              <a:ext uri="{FF2B5EF4-FFF2-40B4-BE49-F238E27FC236}">
                <a16:creationId xmlns:a16="http://schemas.microsoft.com/office/drawing/2014/main" id="{2DB970C1-4D66-6D68-5008-5F90B69486D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02650" y="1520825"/>
            <a:ext cx="3389313" cy="4932363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15" name="Tijdelijke aanduiding voor tekst 5">
            <a:extLst>
              <a:ext uri="{FF2B5EF4-FFF2-40B4-BE49-F238E27FC236}">
                <a16:creationId xmlns:a16="http://schemas.microsoft.com/office/drawing/2014/main" id="{365D69B6-C0B9-262E-5A90-5383B291BB7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40886" y="3616324"/>
            <a:ext cx="2036762" cy="66992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tx2"/>
                </a:solidFill>
              </a:defRPr>
            </a:lvl1pPr>
            <a:lvl2pPr marL="358775" indent="0">
              <a:buNone/>
              <a:defRPr/>
            </a:lvl2pPr>
          </a:lstStyle>
          <a:p>
            <a:pPr lvl="0"/>
            <a:r>
              <a:rPr lang="nl-NL"/>
              <a:t>Voornaam Achternaam</a:t>
            </a:r>
          </a:p>
        </p:txBody>
      </p:sp>
    </p:spTree>
    <p:extLst>
      <p:ext uri="{BB962C8B-B14F-4D97-AF65-F5344CB8AC3E}">
        <p14:creationId xmlns:p14="http://schemas.microsoft.com/office/powerpoint/2010/main" val="19375652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van vi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6A9BEB-31D7-5990-1454-20C0B1CCB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01B9DCB-6767-0FAB-4EEB-51B8FE43A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D8C46-45ED-4977-8DF5-FEAAF18B775F}" type="datetime1">
              <a:rPr lang="nl-NL" smtClean="0"/>
              <a:t>09-09-2026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217A91C-110C-441A-26CF-15C3C7771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616AD90-C02F-C9FA-46E8-39CDB2530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‹#›</a:t>
            </a:fld>
            <a:endParaRPr lang="nl-NL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34C0A1A6-72F3-0B92-4C73-E68902C2BD5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00039" y="1520826"/>
            <a:ext cx="180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fr-FR"/>
              <a:t>	</a:t>
            </a:r>
          </a:p>
          <a:p>
            <a:endParaRPr lang="fr-FR"/>
          </a:p>
          <a:p>
            <a:endParaRPr lang="fr-FR"/>
          </a:p>
          <a:p>
            <a:r>
              <a:rPr lang="fr-FR" err="1"/>
              <a:t>Afbeelding</a:t>
            </a:r>
            <a:endParaRPr lang="fr-FR"/>
          </a:p>
        </p:txBody>
      </p:sp>
      <p:sp>
        <p:nvSpPr>
          <p:cNvPr id="11" name="Tijdelijke aanduiding voor tekst 5">
            <a:extLst>
              <a:ext uri="{FF2B5EF4-FFF2-40B4-BE49-F238E27FC236}">
                <a16:creationId xmlns:a16="http://schemas.microsoft.com/office/drawing/2014/main" id="{DBED99CA-91B8-1548-5F03-07EF089CEDE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0459" y="3537176"/>
            <a:ext cx="2649569" cy="49303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tx2"/>
                </a:solidFill>
              </a:defRPr>
            </a:lvl1pPr>
            <a:lvl2pPr marL="358775" indent="0">
              <a:buNone/>
              <a:defRPr/>
            </a:lvl2pPr>
          </a:lstStyle>
          <a:p>
            <a:pPr lvl="0"/>
            <a:r>
              <a:rPr lang="nl-NL"/>
              <a:t>Voornaam Achternaam</a:t>
            </a:r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5781FE0B-A698-85E7-8C44-C9D6FF2CF35E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240465" y="1520827"/>
            <a:ext cx="180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fr-FR"/>
              <a:t>	</a:t>
            </a:r>
          </a:p>
          <a:p>
            <a:endParaRPr lang="fr-FR"/>
          </a:p>
          <a:p>
            <a:endParaRPr lang="fr-FR"/>
          </a:p>
          <a:p>
            <a:r>
              <a:rPr lang="fr-FR" err="1"/>
              <a:t>Afbeelding</a:t>
            </a:r>
            <a:endParaRPr lang="fr-FR"/>
          </a:p>
        </p:txBody>
      </p:sp>
      <p:sp>
        <p:nvSpPr>
          <p:cNvPr id="15" name="Tijdelijke aanduiding voor tekst 5">
            <a:extLst>
              <a:ext uri="{FF2B5EF4-FFF2-40B4-BE49-F238E27FC236}">
                <a16:creationId xmlns:a16="http://schemas.microsoft.com/office/drawing/2014/main" id="{365D69B6-C0B9-262E-5A90-5383B291BB7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40885" y="3537177"/>
            <a:ext cx="2649569" cy="49303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tx2"/>
                </a:solidFill>
              </a:defRPr>
            </a:lvl1pPr>
            <a:lvl2pPr marL="358775" indent="0">
              <a:buNone/>
              <a:defRPr/>
            </a:lvl2pPr>
          </a:lstStyle>
          <a:p>
            <a:pPr lvl="0"/>
            <a:r>
              <a:rPr lang="nl-NL"/>
              <a:t>Voornaam Achternaam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555C4428-AE70-7C76-7E32-AF3B30C54399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3300338" y="1520824"/>
            <a:ext cx="180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fr-FR"/>
              <a:t>	</a:t>
            </a:r>
          </a:p>
          <a:p>
            <a:endParaRPr lang="fr-FR"/>
          </a:p>
          <a:p>
            <a:endParaRPr lang="fr-FR"/>
          </a:p>
          <a:p>
            <a:r>
              <a:rPr lang="fr-FR" err="1"/>
              <a:t>Afbeelding</a:t>
            </a:r>
            <a:endParaRPr lang="fr-FR"/>
          </a:p>
        </p:txBody>
      </p:sp>
      <p:sp>
        <p:nvSpPr>
          <p:cNvPr id="16" name="Tijdelijke aanduiding voor tekst 5">
            <a:extLst>
              <a:ext uri="{FF2B5EF4-FFF2-40B4-BE49-F238E27FC236}">
                <a16:creationId xmlns:a16="http://schemas.microsoft.com/office/drawing/2014/main" id="{D42064C9-8132-541A-D245-134159C6D8D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300758" y="3537174"/>
            <a:ext cx="2649569" cy="49303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tx2"/>
                </a:solidFill>
              </a:defRPr>
            </a:lvl1pPr>
            <a:lvl2pPr marL="358775" indent="0">
              <a:buNone/>
              <a:defRPr/>
            </a:lvl2pPr>
          </a:lstStyle>
          <a:p>
            <a:pPr lvl="0"/>
            <a:r>
              <a:rPr lang="nl-NL"/>
              <a:t>Voornaam Achternaam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D67C95A5-34B5-3F5B-8772-65F674F390F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9180171" y="1520824"/>
            <a:ext cx="180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fr-FR"/>
              <a:t>	</a:t>
            </a:r>
          </a:p>
          <a:p>
            <a:endParaRPr lang="fr-FR"/>
          </a:p>
          <a:p>
            <a:endParaRPr lang="fr-FR"/>
          </a:p>
          <a:p>
            <a:r>
              <a:rPr lang="fr-FR" err="1"/>
              <a:t>Afbeelding</a:t>
            </a:r>
            <a:endParaRPr lang="fr-FR"/>
          </a:p>
        </p:txBody>
      </p:sp>
      <p:sp>
        <p:nvSpPr>
          <p:cNvPr id="18" name="Tijdelijke aanduiding voor tekst 5">
            <a:extLst>
              <a:ext uri="{FF2B5EF4-FFF2-40B4-BE49-F238E27FC236}">
                <a16:creationId xmlns:a16="http://schemas.microsoft.com/office/drawing/2014/main" id="{9FA1F461-DD7A-654C-F840-2CF3817ACC9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80591" y="3537174"/>
            <a:ext cx="2649569" cy="49303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tx2"/>
                </a:solidFill>
              </a:defRPr>
            </a:lvl1pPr>
            <a:lvl2pPr marL="358775" indent="0">
              <a:buNone/>
              <a:defRPr/>
            </a:lvl2pPr>
          </a:lstStyle>
          <a:p>
            <a:pPr lvl="0"/>
            <a:r>
              <a:rPr lang="nl-NL"/>
              <a:t>Voornaam Achternaam</a:t>
            </a:r>
          </a:p>
        </p:txBody>
      </p:sp>
      <p:sp>
        <p:nvSpPr>
          <p:cNvPr id="27" name="Tijdelijke aanduiding voor tekst 3">
            <a:extLst>
              <a:ext uri="{FF2B5EF4-FFF2-40B4-BE49-F238E27FC236}">
                <a16:creationId xmlns:a16="http://schemas.microsoft.com/office/drawing/2014/main" id="{7FD9F287-8C74-CCD2-B6D9-30A0651985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00038" y="4109356"/>
            <a:ext cx="2649569" cy="234383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28" name="Tijdelijke aanduiding voor tekst 3">
            <a:extLst>
              <a:ext uri="{FF2B5EF4-FFF2-40B4-BE49-F238E27FC236}">
                <a16:creationId xmlns:a16="http://schemas.microsoft.com/office/drawing/2014/main" id="{668A4254-8DED-4F6B-ACDC-4442FC9D542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301969" y="4112481"/>
            <a:ext cx="2649569" cy="234383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29" name="Tijdelijke aanduiding voor tekst 3">
            <a:extLst>
              <a:ext uri="{FF2B5EF4-FFF2-40B4-BE49-F238E27FC236}">
                <a16:creationId xmlns:a16="http://schemas.microsoft.com/office/drawing/2014/main" id="{6D5F1858-9EAA-1813-FA9A-8CEAD3E7437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240463" y="4109356"/>
            <a:ext cx="2649569" cy="234383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30" name="Tijdelijke aanduiding voor tekst 3">
            <a:extLst>
              <a:ext uri="{FF2B5EF4-FFF2-40B4-BE49-F238E27FC236}">
                <a16:creationId xmlns:a16="http://schemas.microsoft.com/office/drawing/2014/main" id="{51E7A658-3083-3474-E913-CDF1BC152F7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180591" y="4109356"/>
            <a:ext cx="2649569" cy="234383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29248669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van ac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6A9BEB-31D7-5990-1454-20C0B1CCB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01B9DCB-6767-0FAB-4EEB-51B8FE43A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D8C46-45ED-4977-8DF5-FEAAF18B775F}" type="datetime1">
              <a:rPr lang="nl-NL" smtClean="0"/>
              <a:t>09-09-2026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217A91C-110C-441A-26CF-15C3C7771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616AD90-C02F-C9FA-46E8-39CDB2530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‹#›</a:t>
            </a:fld>
            <a:endParaRPr lang="nl-NL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34C0A1A6-72F3-0B92-4C73-E68902C2BD5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00039" y="1520826"/>
            <a:ext cx="180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fr-FR"/>
              <a:t>	</a:t>
            </a:r>
          </a:p>
          <a:p>
            <a:endParaRPr lang="fr-FR"/>
          </a:p>
          <a:p>
            <a:endParaRPr lang="fr-FR"/>
          </a:p>
          <a:p>
            <a:r>
              <a:rPr lang="fr-FR" err="1"/>
              <a:t>Afbeelding</a:t>
            </a:r>
            <a:endParaRPr lang="fr-FR"/>
          </a:p>
        </p:txBody>
      </p:sp>
      <p:sp>
        <p:nvSpPr>
          <p:cNvPr id="11" name="Tijdelijke aanduiding voor tekst 5">
            <a:extLst>
              <a:ext uri="{FF2B5EF4-FFF2-40B4-BE49-F238E27FC236}">
                <a16:creationId xmlns:a16="http://schemas.microsoft.com/office/drawing/2014/main" id="{DBED99CA-91B8-1548-5F03-07EF089CEDE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0459" y="3448675"/>
            <a:ext cx="2225027" cy="493036"/>
          </a:xfrm>
        </p:spPr>
        <p:txBody>
          <a:bodyPr>
            <a:no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  <a:lvl2pPr marL="358775" indent="0">
              <a:buNone/>
              <a:defRPr/>
            </a:lvl2pPr>
          </a:lstStyle>
          <a:p>
            <a:pPr lvl="0"/>
            <a:r>
              <a:rPr lang="nl-NL"/>
              <a:t>Voornaam Achternaam</a:t>
            </a:r>
          </a:p>
        </p:txBody>
      </p:sp>
      <p:sp>
        <p:nvSpPr>
          <p:cNvPr id="33" name="Picture Placeholder 10">
            <a:extLst>
              <a:ext uri="{FF2B5EF4-FFF2-40B4-BE49-F238E27FC236}">
                <a16:creationId xmlns:a16="http://schemas.microsoft.com/office/drawing/2014/main" id="{83EAE987-BC6E-98C9-FEF9-B8DA8676FABF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300338" y="1520826"/>
            <a:ext cx="180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fr-FR"/>
              <a:t>	</a:t>
            </a:r>
          </a:p>
          <a:p>
            <a:endParaRPr lang="fr-FR"/>
          </a:p>
          <a:p>
            <a:endParaRPr lang="fr-FR"/>
          </a:p>
          <a:p>
            <a:r>
              <a:rPr lang="fr-FR" err="1"/>
              <a:t>Afbeelding</a:t>
            </a:r>
            <a:endParaRPr lang="fr-FR"/>
          </a:p>
        </p:txBody>
      </p:sp>
      <p:sp>
        <p:nvSpPr>
          <p:cNvPr id="34" name="Tijdelijke aanduiding voor tekst 5">
            <a:extLst>
              <a:ext uri="{FF2B5EF4-FFF2-40B4-BE49-F238E27FC236}">
                <a16:creationId xmlns:a16="http://schemas.microsoft.com/office/drawing/2014/main" id="{8551C47D-E760-81DA-BB12-1478E64BABB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300758" y="3448675"/>
            <a:ext cx="2225027" cy="493036"/>
          </a:xfrm>
        </p:spPr>
        <p:txBody>
          <a:bodyPr>
            <a:no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  <a:lvl2pPr marL="358775" indent="0">
              <a:buNone/>
              <a:defRPr/>
            </a:lvl2pPr>
          </a:lstStyle>
          <a:p>
            <a:pPr lvl="0"/>
            <a:r>
              <a:rPr lang="nl-NL"/>
              <a:t>Voornaam Achternaam</a:t>
            </a:r>
          </a:p>
        </p:txBody>
      </p:sp>
      <p:sp>
        <p:nvSpPr>
          <p:cNvPr id="35" name="Picture Placeholder 10">
            <a:extLst>
              <a:ext uri="{FF2B5EF4-FFF2-40B4-BE49-F238E27FC236}">
                <a16:creationId xmlns:a16="http://schemas.microsoft.com/office/drawing/2014/main" id="{149D2ED7-BAF0-8CC7-E9A1-3715AF49746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299618" y="4190338"/>
            <a:ext cx="180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fr-FR"/>
              <a:t>	</a:t>
            </a:r>
          </a:p>
          <a:p>
            <a:endParaRPr lang="fr-FR"/>
          </a:p>
          <a:p>
            <a:endParaRPr lang="fr-FR"/>
          </a:p>
          <a:p>
            <a:r>
              <a:rPr lang="fr-FR" err="1"/>
              <a:t>Afbeelding</a:t>
            </a:r>
            <a:endParaRPr lang="fr-FR"/>
          </a:p>
        </p:txBody>
      </p:sp>
      <p:sp>
        <p:nvSpPr>
          <p:cNvPr id="36" name="Tijdelijke aanduiding voor tekst 5">
            <a:extLst>
              <a:ext uri="{FF2B5EF4-FFF2-40B4-BE49-F238E27FC236}">
                <a16:creationId xmlns:a16="http://schemas.microsoft.com/office/drawing/2014/main" id="{2558DFFA-3F27-43D5-8CA0-4F3A0C5E710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00038" y="6126976"/>
            <a:ext cx="2225027" cy="335128"/>
          </a:xfrm>
        </p:spPr>
        <p:txBody>
          <a:bodyPr>
            <a:no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  <a:lvl2pPr marL="358775" indent="0">
              <a:buNone/>
              <a:defRPr/>
            </a:lvl2pPr>
          </a:lstStyle>
          <a:p>
            <a:pPr lvl="0"/>
            <a:r>
              <a:rPr lang="nl-NL"/>
              <a:t>Voornaam Achternaam</a:t>
            </a:r>
          </a:p>
        </p:txBody>
      </p:sp>
      <p:sp>
        <p:nvSpPr>
          <p:cNvPr id="37" name="Picture Placeholder 10">
            <a:extLst>
              <a:ext uri="{FF2B5EF4-FFF2-40B4-BE49-F238E27FC236}">
                <a16:creationId xmlns:a16="http://schemas.microsoft.com/office/drawing/2014/main" id="{B293267C-B5A4-21D9-7809-72A130D12F57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3303378" y="4190338"/>
            <a:ext cx="180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fr-FR"/>
              <a:t>	</a:t>
            </a:r>
          </a:p>
          <a:p>
            <a:endParaRPr lang="fr-FR"/>
          </a:p>
          <a:p>
            <a:endParaRPr lang="fr-FR"/>
          </a:p>
          <a:p>
            <a:r>
              <a:rPr lang="fr-FR" err="1"/>
              <a:t>Afbeelding</a:t>
            </a:r>
            <a:endParaRPr lang="fr-FR"/>
          </a:p>
        </p:txBody>
      </p:sp>
      <p:sp>
        <p:nvSpPr>
          <p:cNvPr id="38" name="Tijdelijke aanduiding voor tekst 5">
            <a:extLst>
              <a:ext uri="{FF2B5EF4-FFF2-40B4-BE49-F238E27FC236}">
                <a16:creationId xmlns:a16="http://schemas.microsoft.com/office/drawing/2014/main" id="{B403A794-923A-D330-5799-AF8BAA36241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303798" y="6126976"/>
            <a:ext cx="2225027" cy="335128"/>
          </a:xfrm>
        </p:spPr>
        <p:txBody>
          <a:bodyPr>
            <a:no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  <a:lvl2pPr marL="358775" indent="0">
              <a:buNone/>
              <a:defRPr/>
            </a:lvl2pPr>
          </a:lstStyle>
          <a:p>
            <a:pPr lvl="0"/>
            <a:r>
              <a:rPr lang="nl-NL"/>
              <a:t>Voornaam Achternaam</a:t>
            </a:r>
          </a:p>
        </p:txBody>
      </p:sp>
      <p:sp>
        <p:nvSpPr>
          <p:cNvPr id="39" name="Picture Placeholder 10">
            <a:extLst>
              <a:ext uri="{FF2B5EF4-FFF2-40B4-BE49-F238E27FC236}">
                <a16:creationId xmlns:a16="http://schemas.microsoft.com/office/drawing/2014/main" id="{56874475-56F7-FB5A-C0AF-25C722E7893A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6240463" y="1520826"/>
            <a:ext cx="180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fr-FR"/>
              <a:t>	</a:t>
            </a:r>
          </a:p>
          <a:p>
            <a:endParaRPr lang="fr-FR"/>
          </a:p>
          <a:p>
            <a:endParaRPr lang="fr-FR"/>
          </a:p>
          <a:p>
            <a:r>
              <a:rPr lang="fr-FR" err="1"/>
              <a:t>Afbeelding</a:t>
            </a:r>
            <a:endParaRPr lang="fr-FR"/>
          </a:p>
        </p:txBody>
      </p:sp>
      <p:sp>
        <p:nvSpPr>
          <p:cNvPr id="40" name="Tijdelijke aanduiding voor tekst 5">
            <a:extLst>
              <a:ext uri="{FF2B5EF4-FFF2-40B4-BE49-F238E27FC236}">
                <a16:creationId xmlns:a16="http://schemas.microsoft.com/office/drawing/2014/main" id="{37117F0A-E566-A297-35D1-C3C1C5D0545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40883" y="3448675"/>
            <a:ext cx="2225027" cy="493036"/>
          </a:xfrm>
        </p:spPr>
        <p:txBody>
          <a:bodyPr>
            <a:no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  <a:lvl2pPr marL="358775" indent="0">
              <a:buNone/>
              <a:defRPr/>
            </a:lvl2pPr>
          </a:lstStyle>
          <a:p>
            <a:pPr lvl="0"/>
            <a:r>
              <a:rPr lang="nl-NL"/>
              <a:t>Voornaam Achternaam</a:t>
            </a:r>
          </a:p>
        </p:txBody>
      </p:sp>
      <p:sp>
        <p:nvSpPr>
          <p:cNvPr id="41" name="Picture Placeholder 10">
            <a:extLst>
              <a:ext uri="{FF2B5EF4-FFF2-40B4-BE49-F238E27FC236}">
                <a16:creationId xmlns:a16="http://schemas.microsoft.com/office/drawing/2014/main" id="{07AE13BF-43FA-681D-01F7-768C02D9C028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9240762" y="1520826"/>
            <a:ext cx="180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fr-FR"/>
              <a:t>	</a:t>
            </a:r>
          </a:p>
          <a:p>
            <a:endParaRPr lang="fr-FR"/>
          </a:p>
          <a:p>
            <a:endParaRPr lang="fr-FR"/>
          </a:p>
          <a:p>
            <a:r>
              <a:rPr lang="fr-FR" err="1"/>
              <a:t>Afbeelding</a:t>
            </a:r>
            <a:endParaRPr lang="fr-FR"/>
          </a:p>
        </p:txBody>
      </p:sp>
      <p:sp>
        <p:nvSpPr>
          <p:cNvPr id="42" name="Tijdelijke aanduiding voor tekst 5">
            <a:extLst>
              <a:ext uri="{FF2B5EF4-FFF2-40B4-BE49-F238E27FC236}">
                <a16:creationId xmlns:a16="http://schemas.microsoft.com/office/drawing/2014/main" id="{815B6F31-CD4F-09CE-C149-B50518F65EF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241182" y="3448675"/>
            <a:ext cx="2225027" cy="493036"/>
          </a:xfrm>
        </p:spPr>
        <p:txBody>
          <a:bodyPr>
            <a:no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  <a:lvl2pPr marL="358775" indent="0">
              <a:buNone/>
              <a:defRPr/>
            </a:lvl2pPr>
          </a:lstStyle>
          <a:p>
            <a:pPr lvl="0"/>
            <a:r>
              <a:rPr lang="nl-NL"/>
              <a:t>Voornaam Achternaam</a:t>
            </a:r>
          </a:p>
        </p:txBody>
      </p:sp>
      <p:sp>
        <p:nvSpPr>
          <p:cNvPr id="43" name="Picture Placeholder 10">
            <a:extLst>
              <a:ext uri="{FF2B5EF4-FFF2-40B4-BE49-F238E27FC236}">
                <a16:creationId xmlns:a16="http://schemas.microsoft.com/office/drawing/2014/main" id="{F8BABAFA-4FBF-17BC-8BB3-D50B6AA20B4F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6240042" y="4190338"/>
            <a:ext cx="180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fr-FR"/>
              <a:t>	</a:t>
            </a:r>
          </a:p>
          <a:p>
            <a:endParaRPr lang="fr-FR"/>
          </a:p>
          <a:p>
            <a:endParaRPr lang="fr-FR"/>
          </a:p>
          <a:p>
            <a:r>
              <a:rPr lang="fr-FR" err="1"/>
              <a:t>Afbeelding</a:t>
            </a:r>
            <a:endParaRPr lang="fr-FR"/>
          </a:p>
        </p:txBody>
      </p:sp>
      <p:sp>
        <p:nvSpPr>
          <p:cNvPr id="44" name="Tijdelijke aanduiding voor tekst 5">
            <a:extLst>
              <a:ext uri="{FF2B5EF4-FFF2-40B4-BE49-F238E27FC236}">
                <a16:creationId xmlns:a16="http://schemas.microsoft.com/office/drawing/2014/main" id="{870F16BA-AC18-241C-91ED-DEF1CB57676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40462" y="6126976"/>
            <a:ext cx="2225027" cy="335128"/>
          </a:xfrm>
        </p:spPr>
        <p:txBody>
          <a:bodyPr>
            <a:no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  <a:lvl2pPr marL="358775" indent="0">
              <a:buNone/>
              <a:defRPr/>
            </a:lvl2pPr>
          </a:lstStyle>
          <a:p>
            <a:pPr lvl="0"/>
            <a:r>
              <a:rPr lang="nl-NL"/>
              <a:t>Voornaam Achternaam</a:t>
            </a:r>
          </a:p>
        </p:txBody>
      </p:sp>
      <p:sp>
        <p:nvSpPr>
          <p:cNvPr id="45" name="Picture Placeholder 10">
            <a:extLst>
              <a:ext uri="{FF2B5EF4-FFF2-40B4-BE49-F238E27FC236}">
                <a16:creationId xmlns:a16="http://schemas.microsoft.com/office/drawing/2014/main" id="{6550A89B-C5E7-B3C5-170E-5A0E0A422A74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9243802" y="4190338"/>
            <a:ext cx="180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fr-FR"/>
              <a:t>	</a:t>
            </a:r>
          </a:p>
          <a:p>
            <a:endParaRPr lang="fr-FR"/>
          </a:p>
          <a:p>
            <a:endParaRPr lang="fr-FR"/>
          </a:p>
          <a:p>
            <a:r>
              <a:rPr lang="fr-FR" err="1"/>
              <a:t>Afbeelding</a:t>
            </a:r>
            <a:endParaRPr lang="fr-FR"/>
          </a:p>
        </p:txBody>
      </p:sp>
      <p:sp>
        <p:nvSpPr>
          <p:cNvPr id="46" name="Tijdelijke aanduiding voor tekst 5">
            <a:extLst>
              <a:ext uri="{FF2B5EF4-FFF2-40B4-BE49-F238E27FC236}">
                <a16:creationId xmlns:a16="http://schemas.microsoft.com/office/drawing/2014/main" id="{49252DAA-7954-9B97-9302-448203C9CFC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244222" y="6126976"/>
            <a:ext cx="2225027" cy="335128"/>
          </a:xfrm>
        </p:spPr>
        <p:txBody>
          <a:bodyPr>
            <a:noAutofit/>
          </a:bodyPr>
          <a:lstStyle>
            <a:lvl1pPr marL="0" indent="0">
              <a:buNone/>
              <a:defRPr sz="1400" b="1">
                <a:solidFill>
                  <a:schemeClr val="tx2"/>
                </a:solidFill>
              </a:defRPr>
            </a:lvl1pPr>
            <a:lvl2pPr marL="358775" indent="0">
              <a:buNone/>
              <a:defRPr/>
            </a:lvl2pPr>
          </a:lstStyle>
          <a:p>
            <a:pPr lvl="0"/>
            <a:r>
              <a:rPr lang="nl-NL"/>
              <a:t>Voornaam Achternaam</a:t>
            </a:r>
          </a:p>
        </p:txBody>
      </p:sp>
    </p:spTree>
    <p:extLst>
      <p:ext uri="{BB962C8B-B14F-4D97-AF65-F5344CB8AC3E}">
        <p14:creationId xmlns:p14="http://schemas.microsoft.com/office/powerpoint/2010/main" val="428758239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iner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FEDBDA94-24D5-41E5-9379-523B7141822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" y="0"/>
            <a:ext cx="12192001" cy="6857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180000"/>
          <a:lstStyle>
            <a:lvl1pPr>
              <a:defRPr lang="fr-FR" sz="1800" dirty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marL="0" lvl="0" indent="0" algn="ctr">
              <a:buNone/>
            </a:pPr>
            <a:r>
              <a:rPr lang="fr-FR"/>
              <a:t>	</a:t>
            </a:r>
          </a:p>
          <a:p>
            <a:pPr marL="0" lvl="0" indent="0" algn="ctr">
              <a:buNone/>
            </a:pPr>
            <a:endParaRPr lang="fr-FR"/>
          </a:p>
          <a:p>
            <a:pPr marL="0" lvl="0" indent="0" algn="ctr">
              <a:buNone/>
            </a:pPr>
            <a:r>
              <a:rPr lang="fr-FR" err="1"/>
              <a:t>Afbeelding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39860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s - 6 Collage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4064400" cy="3429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468000"/>
          <a:lstStyle>
            <a:lvl1pPr>
              <a:defRPr lang="fr-FR" sz="1800" dirty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marL="0" lvl="0" indent="0" algn="ctr">
              <a:buNone/>
            </a:pPr>
            <a:r>
              <a:rPr lang="fr-FR" err="1"/>
              <a:t>Afbeelding</a:t>
            </a:r>
            <a:endParaRPr lang="fr-FR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11" hasCustomPrompt="1"/>
          </p:nvPr>
        </p:nvSpPr>
        <p:spPr>
          <a:xfrm>
            <a:off x="4064000" y="0"/>
            <a:ext cx="4064400" cy="3429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468000"/>
          <a:lstStyle>
            <a:lvl1pPr>
              <a:defRPr lang="fr-FR" sz="1800" dirty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marL="0" lvl="0" indent="0" algn="ctr">
              <a:buNone/>
            </a:pPr>
            <a:r>
              <a:rPr lang="fr-FR" err="1"/>
              <a:t>Afbeelding</a:t>
            </a:r>
            <a:endParaRPr lang="fr-FR"/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12" hasCustomPrompt="1"/>
          </p:nvPr>
        </p:nvSpPr>
        <p:spPr>
          <a:xfrm>
            <a:off x="8128000" y="0"/>
            <a:ext cx="4064400" cy="3429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468000"/>
          <a:lstStyle>
            <a:lvl1pPr>
              <a:defRPr lang="fr-FR" sz="1800" dirty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marL="0" lvl="0" indent="0" algn="ctr">
              <a:buNone/>
            </a:pPr>
            <a:r>
              <a:rPr lang="fr-FR" err="1"/>
              <a:t>Afbeelding</a:t>
            </a:r>
            <a:endParaRPr lang="fr-FR"/>
          </a:p>
        </p:txBody>
      </p:sp>
      <p:sp>
        <p:nvSpPr>
          <p:cNvPr id="18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8128000" y="3429000"/>
            <a:ext cx="4064400" cy="3429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468000"/>
          <a:lstStyle>
            <a:lvl1pPr>
              <a:defRPr lang="fr-FR" sz="1800" dirty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marL="0" lvl="0" indent="0" algn="ctr">
              <a:buNone/>
            </a:pPr>
            <a:r>
              <a:rPr lang="fr-FR" err="1"/>
              <a:t>Afbeelding</a:t>
            </a:r>
            <a:endParaRPr lang="fr-FR"/>
          </a:p>
        </p:txBody>
      </p:sp>
      <p:sp>
        <p:nvSpPr>
          <p:cNvPr id="19" name="Picture Placeholder 3"/>
          <p:cNvSpPr>
            <a:spLocks noGrp="1"/>
          </p:cNvSpPr>
          <p:nvPr>
            <p:ph type="pic" sz="quarter" idx="14" hasCustomPrompt="1"/>
          </p:nvPr>
        </p:nvSpPr>
        <p:spPr>
          <a:xfrm>
            <a:off x="4064000" y="3429000"/>
            <a:ext cx="4064400" cy="3429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468000"/>
          <a:lstStyle>
            <a:lvl1pPr>
              <a:defRPr lang="fr-FR" sz="1800" dirty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marL="0" lvl="0" indent="0" algn="ctr">
              <a:buNone/>
            </a:pPr>
            <a:r>
              <a:rPr lang="fr-FR" err="1"/>
              <a:t>Afbeelding</a:t>
            </a:r>
            <a:endParaRPr lang="fr-FR"/>
          </a:p>
        </p:txBody>
      </p:sp>
      <p:sp>
        <p:nvSpPr>
          <p:cNvPr id="20" name="Picture Placeholder 3"/>
          <p:cNvSpPr>
            <a:spLocks noGrp="1"/>
          </p:cNvSpPr>
          <p:nvPr>
            <p:ph type="pic" sz="quarter" idx="15" hasCustomPrompt="1"/>
          </p:nvPr>
        </p:nvSpPr>
        <p:spPr>
          <a:xfrm>
            <a:off x="0" y="3429000"/>
            <a:ext cx="4064400" cy="3429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468000"/>
          <a:lstStyle>
            <a:lvl1pPr>
              <a:defRPr lang="fr-FR" sz="1800" dirty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marL="0" lvl="0" indent="0" algn="ctr">
              <a:buNone/>
            </a:pPr>
            <a:r>
              <a:rPr lang="fr-FR" err="1"/>
              <a:t>Afbeelding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8767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 klant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du contenu 12">
            <a:extLst>
              <a:ext uri="{FF2B5EF4-FFF2-40B4-BE49-F238E27FC236}">
                <a16:creationId xmlns:a16="http://schemas.microsoft.com/office/drawing/2014/main" id="{0FA82258-8070-4B7B-B7C6-919C1BFAD95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00038" y="1520825"/>
            <a:ext cx="1042521" cy="100857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13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14" name="Espace réservé du contenu 12">
            <a:extLst>
              <a:ext uri="{FF2B5EF4-FFF2-40B4-BE49-F238E27FC236}">
                <a16:creationId xmlns:a16="http://schemas.microsoft.com/office/drawing/2014/main" id="{24B192B9-1979-47FD-B40B-D105E04FD4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2252606" y="1520825"/>
            <a:ext cx="1042521" cy="100857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13"/>
            </a:lvl1pPr>
          </a:lstStyle>
          <a:p>
            <a:pPr lvl="0"/>
            <a:r>
              <a:rPr lang="fr-FR"/>
              <a:t>Drag &amp; Drop</a:t>
            </a:r>
          </a:p>
        </p:txBody>
      </p:sp>
      <p:sp>
        <p:nvSpPr>
          <p:cNvPr id="17" name="Espace réservé du contenu 12">
            <a:extLst>
              <a:ext uri="{FF2B5EF4-FFF2-40B4-BE49-F238E27FC236}">
                <a16:creationId xmlns:a16="http://schemas.microsoft.com/office/drawing/2014/main" id="{201296E0-114D-4FAE-9474-548B5DC841EA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205175" y="1520825"/>
            <a:ext cx="1042521" cy="100857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13"/>
            </a:lvl1pPr>
          </a:lstStyle>
          <a:p>
            <a:pPr lvl="0"/>
            <a:r>
              <a:rPr lang="fr-FR"/>
              <a:t>Drag &amp; Drop</a:t>
            </a:r>
          </a:p>
        </p:txBody>
      </p:sp>
      <p:sp>
        <p:nvSpPr>
          <p:cNvPr id="18" name="Espace réservé du contenu 12">
            <a:extLst>
              <a:ext uri="{FF2B5EF4-FFF2-40B4-BE49-F238E27FC236}">
                <a16:creationId xmlns:a16="http://schemas.microsoft.com/office/drawing/2014/main" id="{154D76DD-DF79-45CC-89FC-1544939578E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57745" y="1520825"/>
            <a:ext cx="1042521" cy="100857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13"/>
            </a:lvl1pPr>
          </a:lstStyle>
          <a:p>
            <a:pPr lvl="0"/>
            <a:r>
              <a:rPr lang="fr-FR"/>
              <a:t>Drag &amp; Drop</a:t>
            </a:r>
          </a:p>
        </p:txBody>
      </p:sp>
      <p:sp>
        <p:nvSpPr>
          <p:cNvPr id="21" name="Espace réservé du contenu 12">
            <a:extLst>
              <a:ext uri="{FF2B5EF4-FFF2-40B4-BE49-F238E27FC236}">
                <a16:creationId xmlns:a16="http://schemas.microsoft.com/office/drawing/2014/main" id="{E3E44833-1827-41DC-AEC3-0C01F1BAD46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10313" y="1520825"/>
            <a:ext cx="1042521" cy="100857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13"/>
            </a:lvl1pPr>
          </a:lstStyle>
          <a:p>
            <a:pPr lvl="0"/>
            <a:r>
              <a:rPr lang="fr-FR"/>
              <a:t>Drag &amp; Drop</a:t>
            </a:r>
          </a:p>
        </p:txBody>
      </p:sp>
      <p:sp>
        <p:nvSpPr>
          <p:cNvPr id="22" name="Espace réservé du contenu 12">
            <a:extLst>
              <a:ext uri="{FF2B5EF4-FFF2-40B4-BE49-F238E27FC236}">
                <a16:creationId xmlns:a16="http://schemas.microsoft.com/office/drawing/2014/main" id="{36394FDD-DDC6-46CD-87AF-F343169F6B6C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00038" y="3114835"/>
            <a:ext cx="1042521" cy="100857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13"/>
            </a:lvl1pPr>
          </a:lstStyle>
          <a:p>
            <a:pPr lvl="0"/>
            <a:r>
              <a:rPr lang="fr-FR"/>
              <a:t>Drag &amp; Drop</a:t>
            </a:r>
          </a:p>
        </p:txBody>
      </p:sp>
      <p:sp>
        <p:nvSpPr>
          <p:cNvPr id="23" name="Espace réservé du contenu 12">
            <a:extLst>
              <a:ext uri="{FF2B5EF4-FFF2-40B4-BE49-F238E27FC236}">
                <a16:creationId xmlns:a16="http://schemas.microsoft.com/office/drawing/2014/main" id="{F4892D69-01ED-4ACE-9A93-97CAA2FCC8E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2252606" y="3114835"/>
            <a:ext cx="1042521" cy="100857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13"/>
            </a:lvl1pPr>
          </a:lstStyle>
          <a:p>
            <a:pPr lvl="0"/>
            <a:r>
              <a:rPr lang="fr-FR"/>
              <a:t>Drag &amp; Drop</a:t>
            </a:r>
          </a:p>
        </p:txBody>
      </p:sp>
      <p:sp>
        <p:nvSpPr>
          <p:cNvPr id="24" name="Espace réservé du contenu 12">
            <a:extLst>
              <a:ext uri="{FF2B5EF4-FFF2-40B4-BE49-F238E27FC236}">
                <a16:creationId xmlns:a16="http://schemas.microsoft.com/office/drawing/2014/main" id="{B911AC6F-ED1A-472B-82C9-F9B03EBADF44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200450" y="3114835"/>
            <a:ext cx="1042521" cy="100857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13"/>
            </a:lvl1pPr>
          </a:lstStyle>
          <a:p>
            <a:pPr lvl="0"/>
            <a:r>
              <a:rPr lang="fr-FR"/>
              <a:t>Drag &amp; Drop</a:t>
            </a:r>
          </a:p>
        </p:txBody>
      </p:sp>
      <p:sp>
        <p:nvSpPr>
          <p:cNvPr id="25" name="Espace réservé du contenu 12">
            <a:extLst>
              <a:ext uri="{FF2B5EF4-FFF2-40B4-BE49-F238E27FC236}">
                <a16:creationId xmlns:a16="http://schemas.microsoft.com/office/drawing/2014/main" id="{2A92BF88-4F19-41E1-9684-DFAC07366387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157745" y="3114835"/>
            <a:ext cx="1042521" cy="100857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13"/>
            </a:lvl1pPr>
          </a:lstStyle>
          <a:p>
            <a:pPr lvl="0"/>
            <a:r>
              <a:rPr lang="fr-FR"/>
              <a:t>Drag &amp; Drop</a:t>
            </a:r>
          </a:p>
        </p:txBody>
      </p:sp>
      <p:sp>
        <p:nvSpPr>
          <p:cNvPr id="26" name="Espace réservé du contenu 12">
            <a:extLst>
              <a:ext uri="{FF2B5EF4-FFF2-40B4-BE49-F238E27FC236}">
                <a16:creationId xmlns:a16="http://schemas.microsoft.com/office/drawing/2014/main" id="{6C4A12E5-2DFE-40D7-BD07-4F8CB3981E76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105590" y="3114835"/>
            <a:ext cx="1042521" cy="100857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13"/>
            </a:lvl1pPr>
          </a:lstStyle>
          <a:p>
            <a:pPr lvl="0"/>
            <a:r>
              <a:rPr lang="fr-FR"/>
              <a:t>Drag &amp; Drop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DA0D81A-0A4D-402E-8E9E-990523BD0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15" name="Espace réservé du contenu 12">
            <a:extLst>
              <a:ext uri="{FF2B5EF4-FFF2-40B4-BE49-F238E27FC236}">
                <a16:creationId xmlns:a16="http://schemas.microsoft.com/office/drawing/2014/main" id="{6EACFA82-13D3-4835-BC31-EA4D32DA2EEB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300038" y="4708845"/>
            <a:ext cx="1042521" cy="100857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13"/>
            </a:lvl1pPr>
          </a:lstStyle>
          <a:p>
            <a:pPr lvl="0"/>
            <a:r>
              <a:rPr lang="fr-FR"/>
              <a:t>Drag &amp; Drop</a:t>
            </a:r>
          </a:p>
        </p:txBody>
      </p:sp>
      <p:sp>
        <p:nvSpPr>
          <p:cNvPr id="16" name="Espace réservé du contenu 12">
            <a:extLst>
              <a:ext uri="{FF2B5EF4-FFF2-40B4-BE49-F238E27FC236}">
                <a16:creationId xmlns:a16="http://schemas.microsoft.com/office/drawing/2014/main" id="{8116A56C-8FBE-4F10-86C4-7EBBDA731D33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2252606" y="4708845"/>
            <a:ext cx="1042521" cy="100857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13"/>
            </a:lvl1pPr>
          </a:lstStyle>
          <a:p>
            <a:pPr lvl="0"/>
            <a:r>
              <a:rPr lang="fr-FR"/>
              <a:t>Drag &amp; Drop</a:t>
            </a:r>
          </a:p>
        </p:txBody>
      </p:sp>
      <p:sp>
        <p:nvSpPr>
          <p:cNvPr id="19" name="Espace réservé du contenu 12">
            <a:extLst>
              <a:ext uri="{FF2B5EF4-FFF2-40B4-BE49-F238E27FC236}">
                <a16:creationId xmlns:a16="http://schemas.microsoft.com/office/drawing/2014/main" id="{557315BC-A319-41BD-94B1-9E47282316B6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200450" y="4708845"/>
            <a:ext cx="1042521" cy="100857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13"/>
            </a:lvl1pPr>
          </a:lstStyle>
          <a:p>
            <a:pPr lvl="0"/>
            <a:r>
              <a:rPr lang="fr-FR"/>
              <a:t>Drag &amp; Drop</a:t>
            </a:r>
          </a:p>
        </p:txBody>
      </p:sp>
      <p:sp>
        <p:nvSpPr>
          <p:cNvPr id="20" name="Espace réservé du contenu 12">
            <a:extLst>
              <a:ext uri="{FF2B5EF4-FFF2-40B4-BE49-F238E27FC236}">
                <a16:creationId xmlns:a16="http://schemas.microsoft.com/office/drawing/2014/main" id="{491474BD-C9D3-4108-844A-3A94E7D924B1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157745" y="4708845"/>
            <a:ext cx="1042521" cy="100857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13"/>
            </a:lvl1pPr>
          </a:lstStyle>
          <a:p>
            <a:pPr lvl="0"/>
            <a:r>
              <a:rPr lang="fr-FR"/>
              <a:t>Drag &amp; Drop</a:t>
            </a:r>
          </a:p>
        </p:txBody>
      </p:sp>
      <p:sp>
        <p:nvSpPr>
          <p:cNvPr id="27" name="Espace réservé du contenu 12">
            <a:extLst>
              <a:ext uri="{FF2B5EF4-FFF2-40B4-BE49-F238E27FC236}">
                <a16:creationId xmlns:a16="http://schemas.microsoft.com/office/drawing/2014/main" id="{2608B710-E00E-44B4-94F8-5E4F05A89D1D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8105590" y="4708845"/>
            <a:ext cx="1042521" cy="100857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13"/>
            </a:lvl1pPr>
          </a:lstStyle>
          <a:p>
            <a:pPr lvl="0"/>
            <a:r>
              <a:rPr lang="fr-FR"/>
              <a:t>Drag &amp; Drop</a:t>
            </a:r>
          </a:p>
        </p:txBody>
      </p:sp>
      <p:sp>
        <p:nvSpPr>
          <p:cNvPr id="28" name="Espace réservé du contenu 12">
            <a:extLst>
              <a:ext uri="{FF2B5EF4-FFF2-40B4-BE49-F238E27FC236}">
                <a16:creationId xmlns:a16="http://schemas.microsoft.com/office/drawing/2014/main" id="{58ECC7BC-2F7A-4EEB-B327-782398844088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10062883" y="1520825"/>
            <a:ext cx="1042521" cy="100857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13"/>
            </a:lvl1pPr>
          </a:lstStyle>
          <a:p>
            <a:pPr lvl="0"/>
            <a:r>
              <a:rPr lang="fr-FR"/>
              <a:t>Drag &amp; Drop</a:t>
            </a:r>
          </a:p>
        </p:txBody>
      </p:sp>
      <p:sp>
        <p:nvSpPr>
          <p:cNvPr id="29" name="Espace réservé du contenu 12">
            <a:extLst>
              <a:ext uri="{FF2B5EF4-FFF2-40B4-BE49-F238E27FC236}">
                <a16:creationId xmlns:a16="http://schemas.microsoft.com/office/drawing/2014/main" id="{08BD1D96-984C-4668-B5C1-1C6B87690E99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10062883" y="3114835"/>
            <a:ext cx="1042521" cy="100857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13"/>
            </a:lvl1pPr>
          </a:lstStyle>
          <a:p>
            <a:pPr lvl="0"/>
            <a:r>
              <a:rPr lang="fr-FR"/>
              <a:t>Drag &amp; Drop</a:t>
            </a:r>
          </a:p>
        </p:txBody>
      </p:sp>
      <p:sp>
        <p:nvSpPr>
          <p:cNvPr id="30" name="Espace réservé du contenu 12">
            <a:extLst>
              <a:ext uri="{FF2B5EF4-FFF2-40B4-BE49-F238E27FC236}">
                <a16:creationId xmlns:a16="http://schemas.microsoft.com/office/drawing/2014/main" id="{619F8650-8ADC-4773-96F6-9A03F2569445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10062883" y="4708845"/>
            <a:ext cx="1042521" cy="100857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813"/>
            </a:lvl1pPr>
          </a:lstStyle>
          <a:p>
            <a:pPr lvl="0"/>
            <a:r>
              <a:rPr lang="fr-FR"/>
              <a:t>Drag &amp; Drop</a:t>
            </a:r>
          </a:p>
        </p:txBody>
      </p:sp>
    </p:spTree>
    <p:extLst>
      <p:ext uri="{BB962C8B-B14F-4D97-AF65-F5344CB8AC3E}">
        <p14:creationId xmlns:p14="http://schemas.microsoft.com/office/powerpoint/2010/main" val="42409696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 klant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du contenu 12">
            <a:extLst>
              <a:ext uri="{FF2B5EF4-FFF2-40B4-BE49-F238E27FC236}">
                <a16:creationId xmlns:a16="http://schemas.microsoft.com/office/drawing/2014/main" id="{0FA82258-8070-4B7B-B7C6-919C1BFAD95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02048" y="1520825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40" name="Espace réservé du contenu 12">
            <a:extLst>
              <a:ext uri="{FF2B5EF4-FFF2-40B4-BE49-F238E27FC236}">
                <a16:creationId xmlns:a16="http://schemas.microsoft.com/office/drawing/2014/main" id="{B070F49F-DF60-4723-A91C-5C1E12D5861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972955" y="1520825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41" name="Espace réservé du contenu 12">
            <a:extLst>
              <a:ext uri="{FF2B5EF4-FFF2-40B4-BE49-F238E27FC236}">
                <a16:creationId xmlns:a16="http://schemas.microsoft.com/office/drawing/2014/main" id="{1A46C95E-26CD-45AD-BB72-B430933BACC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43862" y="1520825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42" name="Espace réservé du contenu 12">
            <a:extLst>
              <a:ext uri="{FF2B5EF4-FFF2-40B4-BE49-F238E27FC236}">
                <a16:creationId xmlns:a16="http://schemas.microsoft.com/office/drawing/2014/main" id="{7C59A534-42C3-4A87-94C8-B2FBBAFC4BF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14769" y="1520825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43" name="Espace réservé du contenu 12">
            <a:extLst>
              <a:ext uri="{FF2B5EF4-FFF2-40B4-BE49-F238E27FC236}">
                <a16:creationId xmlns:a16="http://schemas.microsoft.com/office/drawing/2014/main" id="{4BB3DF69-45D4-47B3-BA99-BA35B5100C3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985675" y="1520825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44" name="Espace réservé du contenu 12">
            <a:extLst>
              <a:ext uri="{FF2B5EF4-FFF2-40B4-BE49-F238E27FC236}">
                <a16:creationId xmlns:a16="http://schemas.microsoft.com/office/drawing/2014/main" id="{F2BAFCF9-6ACE-4E11-8AC5-705BA7DCE73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656582" y="1520825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114B89B0-0422-4EDE-810F-DD425AACD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22" name="Espace réservé du contenu 12">
            <a:extLst>
              <a:ext uri="{FF2B5EF4-FFF2-40B4-BE49-F238E27FC236}">
                <a16:creationId xmlns:a16="http://schemas.microsoft.com/office/drawing/2014/main" id="{7179003E-4816-41C0-9AF2-1961BE47218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10327489" y="1520825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23" name="Espace réservé du contenu 12">
            <a:extLst>
              <a:ext uri="{FF2B5EF4-FFF2-40B4-BE49-F238E27FC236}">
                <a16:creationId xmlns:a16="http://schemas.microsoft.com/office/drawing/2014/main" id="{16BF5880-831D-419E-8A89-CAA85767225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02048" y="2660590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24" name="Espace réservé du contenu 12">
            <a:extLst>
              <a:ext uri="{FF2B5EF4-FFF2-40B4-BE49-F238E27FC236}">
                <a16:creationId xmlns:a16="http://schemas.microsoft.com/office/drawing/2014/main" id="{81EFFE30-BF7F-4D56-9052-FC7B0EA47F4C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1972955" y="2660590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25" name="Espace réservé du contenu 12">
            <a:extLst>
              <a:ext uri="{FF2B5EF4-FFF2-40B4-BE49-F238E27FC236}">
                <a16:creationId xmlns:a16="http://schemas.microsoft.com/office/drawing/2014/main" id="{9726FF2E-0D1B-446C-AED7-6C18FA081A2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643862" y="2660590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26" name="Espace réservé du contenu 12">
            <a:extLst>
              <a:ext uri="{FF2B5EF4-FFF2-40B4-BE49-F238E27FC236}">
                <a16:creationId xmlns:a16="http://schemas.microsoft.com/office/drawing/2014/main" id="{0452C3E5-292A-4D12-8FDE-385DEDE4DA35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5314769" y="2660590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27" name="Espace réservé du contenu 12">
            <a:extLst>
              <a:ext uri="{FF2B5EF4-FFF2-40B4-BE49-F238E27FC236}">
                <a16:creationId xmlns:a16="http://schemas.microsoft.com/office/drawing/2014/main" id="{AE4E27E8-C18D-419A-A1FE-016385306042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6985675" y="2660590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28" name="Espace réservé du contenu 12">
            <a:extLst>
              <a:ext uri="{FF2B5EF4-FFF2-40B4-BE49-F238E27FC236}">
                <a16:creationId xmlns:a16="http://schemas.microsoft.com/office/drawing/2014/main" id="{2202F7BB-DA07-47E6-9776-44DE2CE5B1A8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8656582" y="2660590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29" name="Espace réservé du contenu 12">
            <a:extLst>
              <a:ext uri="{FF2B5EF4-FFF2-40B4-BE49-F238E27FC236}">
                <a16:creationId xmlns:a16="http://schemas.microsoft.com/office/drawing/2014/main" id="{13AD8282-9283-4BCD-93B4-A60DE19B96B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10327489" y="2660590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30" name="Espace réservé du contenu 12">
            <a:extLst>
              <a:ext uri="{FF2B5EF4-FFF2-40B4-BE49-F238E27FC236}">
                <a16:creationId xmlns:a16="http://schemas.microsoft.com/office/drawing/2014/main" id="{EDB560BE-84F4-41ED-A25E-92DD880EFBEB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300039" y="3909215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31" name="Espace réservé du contenu 12">
            <a:extLst>
              <a:ext uri="{FF2B5EF4-FFF2-40B4-BE49-F238E27FC236}">
                <a16:creationId xmlns:a16="http://schemas.microsoft.com/office/drawing/2014/main" id="{CD1F4ABC-FE91-41A9-BAF4-C6FD38763B6D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1970946" y="3875923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32" name="Espace réservé du contenu 12">
            <a:extLst>
              <a:ext uri="{FF2B5EF4-FFF2-40B4-BE49-F238E27FC236}">
                <a16:creationId xmlns:a16="http://schemas.microsoft.com/office/drawing/2014/main" id="{E89F3236-63C3-4361-A946-CCFDF997A088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3641854" y="3875923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33" name="Espace réservé du contenu 12">
            <a:extLst>
              <a:ext uri="{FF2B5EF4-FFF2-40B4-BE49-F238E27FC236}">
                <a16:creationId xmlns:a16="http://schemas.microsoft.com/office/drawing/2014/main" id="{C774BBFA-2EDC-46C0-99B6-BB94741E43A6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5312761" y="3875923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34" name="Espace réservé du contenu 12">
            <a:extLst>
              <a:ext uri="{FF2B5EF4-FFF2-40B4-BE49-F238E27FC236}">
                <a16:creationId xmlns:a16="http://schemas.microsoft.com/office/drawing/2014/main" id="{F950F4F3-C660-4899-ADA1-15E1485646D4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6983668" y="3875923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35" name="Espace réservé du contenu 12">
            <a:extLst>
              <a:ext uri="{FF2B5EF4-FFF2-40B4-BE49-F238E27FC236}">
                <a16:creationId xmlns:a16="http://schemas.microsoft.com/office/drawing/2014/main" id="{3F9278D3-004D-432F-A4AB-EFC0C9107FE5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8654575" y="3875923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36" name="Espace réservé du contenu 12">
            <a:extLst>
              <a:ext uri="{FF2B5EF4-FFF2-40B4-BE49-F238E27FC236}">
                <a16:creationId xmlns:a16="http://schemas.microsoft.com/office/drawing/2014/main" id="{8D91ED01-78AD-4C9E-8EAC-02799D1F1AC5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10325482" y="3875923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37" name="Espace réservé du contenu 12">
            <a:extLst>
              <a:ext uri="{FF2B5EF4-FFF2-40B4-BE49-F238E27FC236}">
                <a16:creationId xmlns:a16="http://schemas.microsoft.com/office/drawing/2014/main" id="{9AB1A9A0-9D07-4585-8F4A-E7E37DD658DD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02048" y="5157841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38" name="Espace réservé du contenu 12">
            <a:extLst>
              <a:ext uri="{FF2B5EF4-FFF2-40B4-BE49-F238E27FC236}">
                <a16:creationId xmlns:a16="http://schemas.microsoft.com/office/drawing/2014/main" id="{AF9FFA38-2CAB-43BF-85AF-6A02A583BA55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1972955" y="5157841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39" name="Espace réservé du contenu 12">
            <a:extLst>
              <a:ext uri="{FF2B5EF4-FFF2-40B4-BE49-F238E27FC236}">
                <a16:creationId xmlns:a16="http://schemas.microsoft.com/office/drawing/2014/main" id="{0C1E97B8-E5C7-46D5-8C5C-6D0E2F88F9BD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3643862" y="5157841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57" name="Espace réservé du contenu 12">
            <a:extLst>
              <a:ext uri="{FF2B5EF4-FFF2-40B4-BE49-F238E27FC236}">
                <a16:creationId xmlns:a16="http://schemas.microsoft.com/office/drawing/2014/main" id="{57910F56-96F7-4196-8A69-459515E99B1D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5314769" y="5157841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58" name="Espace réservé du contenu 12">
            <a:extLst>
              <a:ext uri="{FF2B5EF4-FFF2-40B4-BE49-F238E27FC236}">
                <a16:creationId xmlns:a16="http://schemas.microsoft.com/office/drawing/2014/main" id="{E3A46883-1CA1-41B5-829C-AE02DB324B35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6985675" y="5157841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59" name="Espace réservé du contenu 12">
            <a:extLst>
              <a:ext uri="{FF2B5EF4-FFF2-40B4-BE49-F238E27FC236}">
                <a16:creationId xmlns:a16="http://schemas.microsoft.com/office/drawing/2014/main" id="{35048BB4-8422-4CEF-97A5-D807984C0702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656582" y="5157841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  <p:sp>
        <p:nvSpPr>
          <p:cNvPr id="60" name="Espace réservé du contenu 12">
            <a:extLst>
              <a:ext uri="{FF2B5EF4-FFF2-40B4-BE49-F238E27FC236}">
                <a16:creationId xmlns:a16="http://schemas.microsoft.com/office/drawing/2014/main" id="{324E096C-1CAA-4C8A-A720-E31C1A01767E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10327489" y="5157841"/>
            <a:ext cx="775908" cy="75468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650"/>
            </a:lvl1pPr>
          </a:lstStyle>
          <a:p>
            <a:pPr lvl="0"/>
            <a:r>
              <a:rPr lang="fr-FR"/>
              <a:t>Drag &amp; Drop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390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3_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3EEA85-DFB4-BD68-8BB4-1B5801BB3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98190C34-2CC5-B3ED-1F8E-112351328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724BB-B06D-456B-989F-E4E6B54E3121}" type="datetime1">
              <a:rPr lang="nl-NL" smtClean="0"/>
              <a:t>09-09-2026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787019D9-E226-E995-5BB4-EAC600F51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11E47A91-B916-8AB9-41A3-CED18AFA8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7191724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23C17B78-A4BA-827D-07E7-CF57F7A49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088AE-63DC-4099-90B6-C0DEFB5E6602}" type="datetime1">
              <a:rPr lang="nl-NL" smtClean="0"/>
              <a:t>09-09-2026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B6AE795-CF6B-B62A-54F3-581343067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6DEACBB-EA0E-2C61-9483-4FEA12873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724480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el zonder bal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3EEA85-DFB4-BD68-8BB4-1B5801BB3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98190C34-2CC5-B3ED-1F8E-112351328C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0734" y="6858000"/>
            <a:ext cx="1981596" cy="365125"/>
          </a:xfrm>
        </p:spPr>
        <p:txBody>
          <a:bodyPr/>
          <a:lstStyle/>
          <a:p>
            <a:fld id="{97D724BB-B06D-456B-989F-E4E6B54E3121}" type="datetime1">
              <a:rPr lang="nl-NL" smtClean="0"/>
              <a:t>09-09-2026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787019D9-E226-E995-5BB4-EAC600F51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11186" y="6858000"/>
            <a:ext cx="8588828" cy="365125"/>
          </a:xfrm>
        </p:spPr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11E47A91-B916-8AB9-41A3-CED18AFA8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19757" y="6858000"/>
            <a:ext cx="768135" cy="365125"/>
          </a:xfrm>
        </p:spPr>
        <p:txBody>
          <a:bodyPr/>
          <a:lstStyle/>
          <a:p>
            <a:fld id="{A648B885-FF76-47CB-8BBD-27E7EBF07CA9}" type="slidenum">
              <a:rPr lang="nl-NL" smtClean="0"/>
              <a:t>‹#›</a:t>
            </a:fld>
            <a:endParaRPr lang="nl-NL"/>
          </a:p>
        </p:txBody>
      </p:sp>
      <p:pic>
        <p:nvPicPr>
          <p:cNvPr id="6" name="ArtworkLogo">
            <a:extLst>
              <a:ext uri="{FF2B5EF4-FFF2-40B4-BE49-F238E27FC236}">
                <a16:creationId xmlns:a16="http://schemas.microsoft.com/office/drawing/2014/main" id="{CE968CEF-3847-9879-E923-ED64E3E34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83929" y="303802"/>
            <a:ext cx="1629294" cy="830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09021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134182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indedia algem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18">
            <a:extLst>
              <a:ext uri="{FF2B5EF4-FFF2-40B4-BE49-F238E27FC236}">
                <a16:creationId xmlns:a16="http://schemas.microsoft.com/office/drawing/2014/main" id="{E3EC554F-9B3F-7C4B-6145-7BAE0BB01E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4868487" cy="6878068"/>
          </a:xfrm>
          <a:prstGeom prst="rect">
            <a:avLst/>
          </a:prstGeom>
        </p:spPr>
      </p:pic>
      <p:sp>
        <p:nvSpPr>
          <p:cNvPr id="7" name="Rechthoek 6">
            <a:extLst>
              <a:ext uri="{FF2B5EF4-FFF2-40B4-BE49-F238E27FC236}">
                <a16:creationId xmlns:a16="http://schemas.microsoft.com/office/drawing/2014/main" id="{CBFD2F8A-C1A5-25EB-8679-C5C51A188736}"/>
              </a:ext>
            </a:extLst>
          </p:cNvPr>
          <p:cNvSpPr/>
          <p:nvPr userDrawn="1"/>
        </p:nvSpPr>
        <p:spPr>
          <a:xfrm>
            <a:off x="4868487" y="-1"/>
            <a:ext cx="7323513" cy="685800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DB1F7B06-5084-51E1-289D-351C72E889AB}"/>
              </a:ext>
            </a:extLst>
          </p:cNvPr>
          <p:cNvSpPr txBox="1"/>
          <p:nvPr userDrawn="1"/>
        </p:nvSpPr>
        <p:spPr>
          <a:xfrm>
            <a:off x="6240463" y="2371461"/>
            <a:ext cx="3836639" cy="38974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nl-NL" sz="2400" b="1" err="1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Geonovum</a:t>
            </a:r>
            <a:endParaRPr lang="nl-NL" sz="1600">
              <a:solidFill>
                <a:srgbClr val="3C3C3C"/>
              </a:solidFill>
              <a:effectLst/>
              <a:latin typeface="Tenorite" panose="00000500000000000000" pitchFamily="2" charset="0"/>
              <a:ea typeface="Tenorite" panose="00000500000000000000" pitchFamily="2" charset="0"/>
              <a:cs typeface="Myanmar Text" panose="020B0502040204020203" pitchFamily="34" charset="0"/>
            </a:endParaRPr>
          </a:p>
          <a:p>
            <a:pPr>
              <a:lnSpc>
                <a:spcPct val="107000"/>
              </a:lnSpc>
              <a:tabLst>
                <a:tab pos="180340" algn="l"/>
              </a:tabLst>
            </a:pPr>
            <a:r>
              <a:rPr lang="en-GB" sz="1600" b="1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T	</a:t>
            </a:r>
            <a:r>
              <a:rPr lang="en-GB" sz="1600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033 460 41 00</a:t>
            </a:r>
            <a:endParaRPr lang="nl-NL" sz="1600">
              <a:solidFill>
                <a:srgbClr val="3C3C3C"/>
              </a:solidFill>
              <a:effectLst/>
              <a:latin typeface="Tenorite" panose="00000500000000000000" pitchFamily="2" charset="0"/>
              <a:ea typeface="Tenorite" panose="00000500000000000000" pitchFamily="2" charset="0"/>
              <a:cs typeface="Myanmar Text" panose="020B0502040204020203" pitchFamily="34" charset="0"/>
            </a:endParaRPr>
          </a:p>
          <a:p>
            <a:pPr>
              <a:lnSpc>
                <a:spcPct val="107000"/>
              </a:lnSpc>
              <a:tabLst>
                <a:tab pos="180340" algn="l"/>
              </a:tabLst>
            </a:pPr>
            <a:r>
              <a:rPr lang="en-GB" sz="1600" b="1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E	</a:t>
            </a:r>
            <a:r>
              <a:rPr lang="en-GB" sz="1600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info@geonovum.nl</a:t>
            </a:r>
            <a:endParaRPr lang="nl-NL" sz="1600">
              <a:solidFill>
                <a:srgbClr val="3C3C3C"/>
              </a:solidFill>
              <a:effectLst/>
              <a:latin typeface="Tenorite" panose="00000500000000000000" pitchFamily="2" charset="0"/>
              <a:ea typeface="Tenorite" panose="00000500000000000000" pitchFamily="2" charset="0"/>
              <a:cs typeface="Myanmar Text" panose="020B0502040204020203" pitchFamily="34" charset="0"/>
            </a:endParaRPr>
          </a:p>
          <a:p>
            <a:pPr>
              <a:lnSpc>
                <a:spcPct val="107000"/>
              </a:lnSpc>
              <a:tabLst>
                <a:tab pos="180340" algn="l"/>
              </a:tabLst>
            </a:pPr>
            <a:r>
              <a:rPr lang="en-GB" sz="1600" b="1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I</a:t>
            </a:r>
            <a:r>
              <a:rPr lang="en-GB" sz="1600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	</a:t>
            </a:r>
            <a:r>
              <a:rPr lang="nl-NL" sz="1600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www.geonovum.nl</a:t>
            </a:r>
            <a:endParaRPr lang="nl-NL" sz="1600">
              <a:solidFill>
                <a:srgbClr val="3C3C3C"/>
              </a:solidFill>
              <a:effectLst/>
              <a:latin typeface="Tenorite" panose="00000500000000000000" pitchFamily="2" charset="0"/>
              <a:ea typeface="Tenorite" panose="00000500000000000000" pitchFamily="2" charset="0"/>
              <a:cs typeface="Myanmar Text" panose="020B0502040204020203" pitchFamily="34" charset="0"/>
            </a:endParaRPr>
          </a:p>
          <a:p>
            <a:pPr>
              <a:lnSpc>
                <a:spcPct val="107000"/>
              </a:lnSpc>
            </a:pPr>
            <a:r>
              <a:rPr lang="nl-NL" sz="1600" b="1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 </a:t>
            </a:r>
            <a:endParaRPr lang="nl-NL" sz="1600">
              <a:solidFill>
                <a:srgbClr val="3C3C3C"/>
              </a:solidFill>
              <a:effectLst/>
              <a:latin typeface="Tenorite" panose="00000500000000000000" pitchFamily="2" charset="0"/>
              <a:ea typeface="Tenorite" panose="00000500000000000000" pitchFamily="2" charset="0"/>
              <a:cs typeface="Myanmar Text" panose="020B0502040204020203" pitchFamily="34" charset="0"/>
            </a:endParaRPr>
          </a:p>
          <a:p>
            <a:pPr>
              <a:lnSpc>
                <a:spcPct val="107000"/>
              </a:lnSpc>
            </a:pPr>
            <a:r>
              <a:rPr lang="nl-NL" sz="1600" b="1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bezoekadres</a:t>
            </a:r>
            <a:endParaRPr lang="nl-NL" sz="1600">
              <a:solidFill>
                <a:srgbClr val="3C3C3C"/>
              </a:solidFill>
              <a:effectLst/>
              <a:latin typeface="Tenorite" panose="00000500000000000000" pitchFamily="2" charset="0"/>
              <a:ea typeface="Tenorite" panose="00000500000000000000" pitchFamily="2" charset="0"/>
              <a:cs typeface="Myanmar Text" panose="020B0502040204020203" pitchFamily="34" charset="0"/>
            </a:endParaRPr>
          </a:p>
          <a:p>
            <a:pPr>
              <a:lnSpc>
                <a:spcPct val="107000"/>
              </a:lnSpc>
            </a:pPr>
            <a:r>
              <a:rPr lang="nl-NL" sz="1600" err="1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Barchman</a:t>
            </a:r>
            <a:r>
              <a:rPr lang="nl-NL" sz="1600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 </a:t>
            </a:r>
            <a:r>
              <a:rPr lang="nl-NL" sz="1600" err="1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Wuytierslaan</a:t>
            </a:r>
            <a:r>
              <a:rPr lang="nl-NL" sz="1600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 10</a:t>
            </a:r>
            <a:endParaRPr lang="nl-NL" sz="1600">
              <a:solidFill>
                <a:srgbClr val="3C3C3C"/>
              </a:solidFill>
              <a:effectLst/>
              <a:latin typeface="Tenorite" panose="00000500000000000000" pitchFamily="2" charset="0"/>
              <a:ea typeface="Tenorite" panose="00000500000000000000" pitchFamily="2" charset="0"/>
              <a:cs typeface="Myanmar Text" panose="020B0502040204020203" pitchFamily="34" charset="0"/>
            </a:endParaRPr>
          </a:p>
          <a:p>
            <a:pPr>
              <a:lnSpc>
                <a:spcPct val="107000"/>
              </a:lnSpc>
            </a:pPr>
            <a:r>
              <a:rPr lang="en-GB" sz="1600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3818 LH Amersfoort</a:t>
            </a:r>
            <a:endParaRPr lang="nl-NL" sz="1600">
              <a:solidFill>
                <a:srgbClr val="3C3C3C"/>
              </a:solidFill>
              <a:effectLst/>
              <a:latin typeface="Tenorite" panose="00000500000000000000" pitchFamily="2" charset="0"/>
              <a:ea typeface="Tenorite" panose="00000500000000000000" pitchFamily="2" charset="0"/>
              <a:cs typeface="Myanmar Text" panose="020B0502040204020203" pitchFamily="34" charset="0"/>
            </a:endParaRPr>
          </a:p>
          <a:p>
            <a:pPr>
              <a:lnSpc>
                <a:spcPct val="107000"/>
              </a:lnSpc>
            </a:pPr>
            <a:r>
              <a:rPr lang="nl-NL" sz="1600" b="1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	</a:t>
            </a:r>
            <a:endParaRPr lang="nl-NL" sz="1600">
              <a:solidFill>
                <a:srgbClr val="3C3C3C"/>
              </a:solidFill>
              <a:effectLst/>
              <a:latin typeface="Tenorite" panose="00000500000000000000" pitchFamily="2" charset="0"/>
              <a:ea typeface="Tenorite" panose="00000500000000000000" pitchFamily="2" charset="0"/>
              <a:cs typeface="Myanmar Text" panose="020B0502040204020203" pitchFamily="34" charset="0"/>
            </a:endParaRPr>
          </a:p>
          <a:p>
            <a:pPr>
              <a:lnSpc>
                <a:spcPct val="107000"/>
              </a:lnSpc>
            </a:pPr>
            <a:r>
              <a:rPr lang="en-GB" sz="1600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 </a:t>
            </a:r>
            <a:endParaRPr lang="nl-NL" sz="1600">
              <a:solidFill>
                <a:srgbClr val="3C3C3C"/>
              </a:solidFill>
              <a:effectLst/>
              <a:latin typeface="Tenorite" panose="00000500000000000000" pitchFamily="2" charset="0"/>
              <a:ea typeface="Tenorite" panose="00000500000000000000" pitchFamily="2" charset="0"/>
              <a:cs typeface="Myanmar Text" panose="020B0502040204020203" pitchFamily="34" charset="0"/>
            </a:endParaRPr>
          </a:p>
          <a:p>
            <a:pPr>
              <a:lnSpc>
                <a:spcPct val="107000"/>
              </a:lnSpc>
            </a:pPr>
            <a:r>
              <a:rPr lang="en-GB" sz="1600" b="1" err="1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postadres</a:t>
            </a:r>
            <a:endParaRPr lang="nl-NL" sz="1600">
              <a:solidFill>
                <a:srgbClr val="3C3C3C"/>
              </a:solidFill>
              <a:effectLst/>
              <a:latin typeface="Tenorite" panose="00000500000000000000" pitchFamily="2" charset="0"/>
              <a:ea typeface="Tenorite" panose="00000500000000000000" pitchFamily="2" charset="0"/>
              <a:cs typeface="Myanmar Text" panose="020B0502040204020203" pitchFamily="34" charset="0"/>
            </a:endParaRPr>
          </a:p>
          <a:p>
            <a:pPr>
              <a:lnSpc>
                <a:spcPct val="107000"/>
              </a:lnSpc>
            </a:pPr>
            <a:r>
              <a:rPr lang="en-GB" sz="1600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Postbus 508</a:t>
            </a:r>
            <a:endParaRPr lang="nl-NL" sz="1600">
              <a:solidFill>
                <a:srgbClr val="3C3C3C"/>
              </a:solidFill>
              <a:effectLst/>
              <a:latin typeface="Tenorite" panose="00000500000000000000" pitchFamily="2" charset="0"/>
              <a:ea typeface="Tenorite" panose="00000500000000000000" pitchFamily="2" charset="0"/>
              <a:cs typeface="Myanmar Text" panose="020B0502040204020203" pitchFamily="34" charset="0"/>
            </a:endParaRPr>
          </a:p>
          <a:p>
            <a:pPr>
              <a:lnSpc>
                <a:spcPct val="107000"/>
              </a:lnSpc>
            </a:pPr>
            <a:r>
              <a:rPr lang="en-GB" sz="1600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3800 AM Amersfoort</a:t>
            </a:r>
            <a:endParaRPr lang="nl-NL" sz="1600">
              <a:solidFill>
                <a:srgbClr val="3C3C3C"/>
              </a:solidFill>
              <a:effectLst/>
              <a:latin typeface="Tenorite" panose="00000500000000000000" pitchFamily="2" charset="0"/>
              <a:ea typeface="Tenorite" panose="00000500000000000000" pitchFamily="2" charset="0"/>
              <a:cs typeface="Myanmar Text" panose="020B0502040204020203" pitchFamily="34" charset="0"/>
            </a:endParaRPr>
          </a:p>
          <a:p>
            <a:pPr>
              <a:lnSpc>
                <a:spcPct val="107000"/>
              </a:lnSpc>
            </a:pPr>
            <a:r>
              <a:rPr lang="nl-NL" sz="1600" b="1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	</a:t>
            </a:r>
            <a:endParaRPr lang="nl-NL" sz="1600">
              <a:solidFill>
                <a:srgbClr val="3C3C3C"/>
              </a:solidFill>
              <a:effectLst/>
              <a:latin typeface="Tenorite" panose="00000500000000000000" pitchFamily="2" charset="0"/>
              <a:ea typeface="Tenorite" panose="00000500000000000000" pitchFamily="2" charset="0"/>
              <a:cs typeface="Myanmar Text" panose="020B0502040204020203" pitchFamily="34" charset="0"/>
            </a:endParaRPr>
          </a:p>
        </p:txBody>
      </p:sp>
      <p:sp>
        <p:nvSpPr>
          <p:cNvPr id="11" name="Titel 16">
            <a:extLst>
              <a:ext uri="{FF2B5EF4-FFF2-40B4-BE49-F238E27FC236}">
                <a16:creationId xmlns:a16="http://schemas.microsoft.com/office/drawing/2014/main" id="{FE0A2F16-9901-6079-8E9E-B74B0C3DE0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40462" y="296864"/>
            <a:ext cx="5651501" cy="1749650"/>
          </a:xfrm>
        </p:spPr>
        <p:txBody>
          <a:bodyPr anchor="b">
            <a:norm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nl-NL"/>
              <a:t>Bedankt!</a:t>
            </a:r>
          </a:p>
        </p:txBody>
      </p:sp>
    </p:spTree>
    <p:extLst>
      <p:ext uri="{BB962C8B-B14F-4D97-AF65-F5344CB8AC3E}">
        <p14:creationId xmlns:p14="http://schemas.microsoft.com/office/powerpoint/2010/main" val="418600355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indedia persoon met 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>
            <a:extLst>
              <a:ext uri="{FF2B5EF4-FFF2-40B4-BE49-F238E27FC236}">
                <a16:creationId xmlns:a16="http://schemas.microsoft.com/office/drawing/2014/main" id="{CBFD2F8A-C1A5-25EB-8679-C5C51A188736}"/>
              </a:ext>
            </a:extLst>
          </p:cNvPr>
          <p:cNvSpPr/>
          <p:nvPr userDrawn="1"/>
        </p:nvSpPr>
        <p:spPr>
          <a:xfrm>
            <a:off x="4868487" y="-1"/>
            <a:ext cx="7323513" cy="68418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6" name="Graphic 18">
            <a:extLst>
              <a:ext uri="{FF2B5EF4-FFF2-40B4-BE49-F238E27FC236}">
                <a16:creationId xmlns:a16="http://schemas.microsoft.com/office/drawing/2014/main" id="{E3EC554F-9B3F-7C4B-6145-7BAE0BB01E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4868487" cy="6878068"/>
          </a:xfrm>
          <a:prstGeom prst="rect">
            <a:avLst/>
          </a:prstGeom>
        </p:spPr>
      </p:pic>
      <p:sp>
        <p:nvSpPr>
          <p:cNvPr id="9" name="Tekstvak 8">
            <a:hlinkClick r:id="rId3"/>
            <a:extLst>
              <a:ext uri="{FF2B5EF4-FFF2-40B4-BE49-F238E27FC236}">
                <a16:creationId xmlns:a16="http://schemas.microsoft.com/office/drawing/2014/main" id="{DB1F7B06-5084-51E1-289D-351C72E889AB}"/>
              </a:ext>
            </a:extLst>
          </p:cNvPr>
          <p:cNvSpPr txBox="1"/>
          <p:nvPr userDrawn="1"/>
        </p:nvSpPr>
        <p:spPr>
          <a:xfrm>
            <a:off x="6240463" y="4391218"/>
            <a:ext cx="3836639" cy="766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nl-NL" sz="2400" b="1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Bezoek onze website</a:t>
            </a:r>
            <a:endParaRPr lang="nl-NL" sz="1600">
              <a:solidFill>
                <a:srgbClr val="3C3C3C"/>
              </a:solidFill>
              <a:effectLst/>
              <a:latin typeface="Tenorite" panose="00000500000000000000" pitchFamily="2" charset="0"/>
              <a:ea typeface="Tenorite" panose="00000500000000000000" pitchFamily="2" charset="0"/>
              <a:cs typeface="Myanmar Text" panose="020B0502040204020203" pitchFamily="34" charset="0"/>
            </a:endParaRPr>
          </a:p>
          <a:p>
            <a:pPr>
              <a:lnSpc>
                <a:spcPct val="107000"/>
              </a:lnSpc>
              <a:tabLst>
                <a:tab pos="180340" algn="l"/>
              </a:tabLst>
            </a:pPr>
            <a:r>
              <a:rPr lang="nl-NL" sz="1800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www.geonovum.nl</a:t>
            </a:r>
            <a:r>
              <a:rPr lang="nl-NL" sz="1800" b="1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	</a:t>
            </a:r>
            <a:endParaRPr lang="nl-NL" sz="1800">
              <a:solidFill>
                <a:srgbClr val="3C3C3C"/>
              </a:solidFill>
              <a:effectLst/>
              <a:latin typeface="Tenorite" panose="00000500000000000000" pitchFamily="2" charset="0"/>
              <a:ea typeface="Tenorite" panose="00000500000000000000" pitchFamily="2" charset="0"/>
              <a:cs typeface="Myanmar Text" panose="020B0502040204020203" pitchFamily="34" charset="0"/>
            </a:endParaRPr>
          </a:p>
        </p:txBody>
      </p:sp>
      <p:sp>
        <p:nvSpPr>
          <p:cNvPr id="11" name="Titel 16">
            <a:extLst>
              <a:ext uri="{FF2B5EF4-FFF2-40B4-BE49-F238E27FC236}">
                <a16:creationId xmlns:a16="http://schemas.microsoft.com/office/drawing/2014/main" id="{FE0A2F16-9901-6079-8E9E-B74B0C3DE0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40462" y="296864"/>
            <a:ext cx="5651501" cy="1749650"/>
          </a:xfrm>
        </p:spPr>
        <p:txBody>
          <a:bodyPr anchor="b">
            <a:norm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nl-NL"/>
              <a:t>Bedankt!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80F9E361-25B1-26B6-D92A-B077C62239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40463" y="2343379"/>
            <a:ext cx="5651500" cy="442232"/>
          </a:xfrm>
        </p:spPr>
        <p:txBody>
          <a:bodyPr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/>
              <a:t>Voornaam Achternaam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72A494B8-DE6E-7F0A-561C-29B771234AE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53302" y="3429001"/>
            <a:ext cx="4538660" cy="39143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nl-NL" sz="1800" b="0" smtClean="0">
                <a:solidFill>
                  <a:schemeClr val="bg1"/>
                </a:solidFill>
              </a:defRPr>
            </a:lvl1pPr>
            <a:lvl2pPr>
              <a:defRPr lang="nl-NL" smtClean="0"/>
            </a:lvl2pPr>
            <a:lvl3pPr>
              <a:defRPr lang="nl-NL" smtClean="0"/>
            </a:lvl3pPr>
            <a:lvl4pPr>
              <a:defRPr lang="nl-NL" smtClean="0"/>
            </a:lvl4pPr>
            <a:lvl5pPr>
              <a:defRPr lang="nl-NL"/>
            </a:lvl5pPr>
          </a:lstStyle>
          <a:p>
            <a:pPr marL="0" lvl="0" indent="0">
              <a:buNone/>
            </a:pPr>
            <a:r>
              <a:rPr lang="nl-NL"/>
              <a:t>[e-mail]</a:t>
            </a:r>
          </a:p>
        </p:txBody>
      </p:sp>
      <p:sp>
        <p:nvSpPr>
          <p:cNvPr id="17" name="Tekstvak 16">
            <a:extLst>
              <a:ext uri="{FF2B5EF4-FFF2-40B4-BE49-F238E27FC236}">
                <a16:creationId xmlns:a16="http://schemas.microsoft.com/office/drawing/2014/main" id="{8DBCEA1D-6766-3C2D-588B-FBECF162B6D4}"/>
              </a:ext>
            </a:extLst>
          </p:cNvPr>
          <p:cNvSpPr txBox="1"/>
          <p:nvPr userDrawn="1"/>
        </p:nvSpPr>
        <p:spPr>
          <a:xfrm>
            <a:off x="6240461" y="2965002"/>
            <a:ext cx="3989041" cy="464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nl-NL" sz="2400" b="1">
                <a:solidFill>
                  <a:srgbClr val="FFFFFF"/>
                </a:solidFill>
                <a:effectLst/>
                <a:latin typeface="Tenorite" panose="00000500000000000000" pitchFamily="2" charset="0"/>
                <a:ea typeface="Tenorite" panose="00000500000000000000" pitchFamily="2" charset="0"/>
                <a:cs typeface="Myanmar Text" panose="020B0502040204020203" pitchFamily="34" charset="0"/>
              </a:rPr>
              <a:t>Contact</a:t>
            </a:r>
            <a:endParaRPr lang="nl-NL" sz="1600">
              <a:solidFill>
                <a:srgbClr val="3C3C3C"/>
              </a:solidFill>
              <a:effectLst/>
              <a:latin typeface="Tenorite" panose="00000500000000000000" pitchFamily="2" charset="0"/>
              <a:ea typeface="Tenorite" panose="00000500000000000000" pitchFamily="2" charset="0"/>
              <a:cs typeface="Myanmar Text" panose="020B0502040204020203" pitchFamily="34" charset="0"/>
            </a:endParaRPr>
          </a:p>
        </p:txBody>
      </p:sp>
      <p:pic>
        <p:nvPicPr>
          <p:cNvPr id="10" name="Graphic 9">
            <a:hlinkClick r:id="rId3"/>
            <a:extLst>
              <a:ext uri="{FF2B5EF4-FFF2-40B4-BE49-F238E27FC236}">
                <a16:creationId xmlns:a16="http://schemas.microsoft.com/office/drawing/2014/main" id="{2E09973E-E0DA-1C22-6AD3-30FC84B646C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76219" y="4302361"/>
            <a:ext cx="2107422" cy="1603048"/>
          </a:xfrm>
          <a:prstGeom prst="rect">
            <a:avLst/>
          </a:prstGeom>
        </p:spPr>
      </p:pic>
      <p:sp>
        <p:nvSpPr>
          <p:cNvPr id="18" name="Tijdelijke aanduiding voor tekst 4">
            <a:extLst>
              <a:ext uri="{FF2B5EF4-FFF2-40B4-BE49-F238E27FC236}">
                <a16:creationId xmlns:a16="http://schemas.microsoft.com/office/drawing/2014/main" id="{C87550B5-77AB-5E1D-848C-7747F39A2A1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353301" y="3815214"/>
            <a:ext cx="4538660" cy="391429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nl-NL" sz="1800" b="0" smtClean="0">
                <a:solidFill>
                  <a:schemeClr val="bg1"/>
                </a:solidFill>
              </a:defRPr>
            </a:lvl1pPr>
            <a:lvl2pPr>
              <a:defRPr lang="nl-NL" smtClean="0"/>
            </a:lvl2pPr>
            <a:lvl3pPr>
              <a:defRPr lang="nl-NL" smtClean="0"/>
            </a:lvl3pPr>
            <a:lvl4pPr>
              <a:defRPr lang="nl-NL" smtClean="0"/>
            </a:lvl4pPr>
            <a:lvl5pPr>
              <a:defRPr lang="nl-NL"/>
            </a:lvl5pPr>
          </a:lstStyle>
          <a:p>
            <a:pPr marL="0" lvl="0" indent="0">
              <a:buNone/>
            </a:pPr>
            <a:r>
              <a:rPr lang="nl-NL"/>
              <a:t>[Telefoon]</a:t>
            </a:r>
          </a:p>
        </p:txBody>
      </p:sp>
      <p:sp>
        <p:nvSpPr>
          <p:cNvPr id="19" name="Tekstvak 18">
            <a:extLst>
              <a:ext uri="{FF2B5EF4-FFF2-40B4-BE49-F238E27FC236}">
                <a16:creationId xmlns:a16="http://schemas.microsoft.com/office/drawing/2014/main" id="{1D46AB79-C56F-6ABA-E57F-AD5B98CD4821}"/>
              </a:ext>
            </a:extLst>
          </p:cNvPr>
          <p:cNvSpPr txBox="1"/>
          <p:nvPr userDrawn="1"/>
        </p:nvSpPr>
        <p:spPr>
          <a:xfrm>
            <a:off x="6245906" y="3358234"/>
            <a:ext cx="1059824" cy="832582"/>
          </a:xfrm>
          <a:prstGeom prst="rect">
            <a:avLst/>
          </a:prstGeom>
          <a:noFill/>
        </p:spPr>
        <p:txBody>
          <a:bodyPr wrap="none" lIns="72000" tIns="72000" rIns="72000" bIns="72000" anchor="ctr" anchorCtr="0">
            <a:spAutoFit/>
          </a:bodyPr>
          <a:lstStyle/>
          <a:p>
            <a:pPr marL="0" lvl="0" indent="0">
              <a:lnSpc>
                <a:spcPct val="130000"/>
              </a:lnSpc>
              <a:buNone/>
            </a:pPr>
            <a:r>
              <a:rPr lang="nl-NL" b="1">
                <a:solidFill>
                  <a:schemeClr val="bg1"/>
                </a:solidFill>
              </a:rPr>
              <a:t>E-mail:</a:t>
            </a:r>
          </a:p>
          <a:p>
            <a:pPr marL="0" lvl="0" indent="0">
              <a:lnSpc>
                <a:spcPct val="130000"/>
              </a:lnSpc>
              <a:buNone/>
            </a:pPr>
            <a:r>
              <a:rPr lang="nl-NL" b="1">
                <a:solidFill>
                  <a:schemeClr val="bg1"/>
                </a:solidFill>
              </a:rPr>
              <a:t>Telefoon:</a:t>
            </a:r>
          </a:p>
        </p:txBody>
      </p:sp>
    </p:spTree>
    <p:extLst>
      <p:ext uri="{BB962C8B-B14F-4D97-AF65-F5344CB8AC3E}">
        <p14:creationId xmlns:p14="http://schemas.microsoft.com/office/powerpoint/2010/main" val="3747599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1.sv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hoek 7">
            <a:extLst>
              <a:ext uri="{FF2B5EF4-FFF2-40B4-BE49-F238E27FC236}">
                <a16:creationId xmlns:a16="http://schemas.microsoft.com/office/drawing/2014/main" id="{4737BDE2-6624-6AA2-E513-3C0A4D766F82}"/>
              </a:ext>
            </a:extLst>
          </p:cNvPr>
          <p:cNvSpPr/>
          <p:nvPr userDrawn="1"/>
        </p:nvSpPr>
        <p:spPr>
          <a:xfrm>
            <a:off x="-1" y="0"/>
            <a:ext cx="180000" cy="68700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2472DD61-4421-5CEC-4C48-8826AE7C6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39" y="1"/>
            <a:ext cx="9780132" cy="12801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endParaRPr lang="nl-NL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D6E14671-E605-C01F-EC26-2E58DAE6D6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0038" y="1520825"/>
            <a:ext cx="11587855" cy="4932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A48627B-AB69-E330-96D2-7A8A6BA7E6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20735" y="6637339"/>
            <a:ext cx="1981596" cy="1846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002A0C75-8C73-4BC2-A110-8B70C26DE224}" type="datetime1">
              <a:rPr lang="nl-NL" smtClean="0"/>
              <a:pPr/>
              <a:t>09-09-2026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1F30596-193F-4148-BD90-D8B9C3A96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11187" y="6637339"/>
            <a:ext cx="8588828" cy="1846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8E07D45-0616-24CB-1480-BE6C20E683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758" y="6637339"/>
            <a:ext cx="768135" cy="1846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>
                <a:solidFill>
                  <a:schemeClr val="tx1"/>
                </a:solidFill>
              </a:defRPr>
            </a:lvl1pPr>
          </a:lstStyle>
          <a:p>
            <a:fld id="{A648B885-FF76-47CB-8BBD-27E7EBF07CA9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7" name="ArtworkLogo">
            <a:extLst>
              <a:ext uri="{FF2B5EF4-FFF2-40B4-BE49-F238E27FC236}">
                <a16:creationId xmlns:a16="http://schemas.microsoft.com/office/drawing/2014/main" id="{77990C53-887C-17B0-656E-BF275840E5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0283929" y="303802"/>
            <a:ext cx="1629294" cy="830672"/>
          </a:xfrm>
          <a:prstGeom prst="rect">
            <a:avLst/>
          </a:prstGeom>
        </p:spPr>
      </p:pic>
      <p:grpSp>
        <p:nvGrpSpPr>
          <p:cNvPr id="11" name="Groep 10">
            <a:extLst>
              <a:ext uri="{FF2B5EF4-FFF2-40B4-BE49-F238E27FC236}">
                <a16:creationId xmlns:a16="http://schemas.microsoft.com/office/drawing/2014/main" id="{ECFF6442-24D7-78CE-C384-08CC040403BE}"/>
              </a:ext>
            </a:extLst>
          </p:cNvPr>
          <p:cNvGrpSpPr/>
          <p:nvPr userDrawn="1"/>
        </p:nvGrpSpPr>
        <p:grpSpPr>
          <a:xfrm>
            <a:off x="175844" y="-1"/>
            <a:ext cx="8131733" cy="6857999"/>
            <a:chOff x="0" y="0"/>
            <a:chExt cx="7536913" cy="6356350"/>
          </a:xfrm>
        </p:grpSpPr>
        <p:sp>
          <p:nvSpPr>
            <p:cNvPr id="9" name="Vrije vorm: vorm 8">
              <a:extLst>
                <a:ext uri="{FF2B5EF4-FFF2-40B4-BE49-F238E27FC236}">
                  <a16:creationId xmlns:a16="http://schemas.microsoft.com/office/drawing/2014/main" id="{030AC175-1567-1D95-0AFA-FE3F3B2F61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5838825" cy="5842635"/>
            </a:xfrm>
            <a:custGeom>
              <a:avLst/>
              <a:gdLst>
                <a:gd name="connsiteX0" fmla="*/ 5841340 w 5841339"/>
                <a:gd name="connsiteY0" fmla="*/ 0 h 5841720"/>
                <a:gd name="connsiteX1" fmla="*/ 3301403 w 5841339"/>
                <a:gd name="connsiteY1" fmla="*/ 0 h 5841720"/>
                <a:gd name="connsiteX2" fmla="*/ 1655826 w 5841339"/>
                <a:gd name="connsiteY2" fmla="*/ 1645666 h 5841720"/>
                <a:gd name="connsiteX3" fmla="*/ 10268 w 5841339"/>
                <a:gd name="connsiteY3" fmla="*/ 0 h 5841720"/>
                <a:gd name="connsiteX4" fmla="*/ 0 w 5841339"/>
                <a:gd name="connsiteY4" fmla="*/ 0 h 5841720"/>
                <a:gd name="connsiteX5" fmla="*/ 0 w 5841339"/>
                <a:gd name="connsiteY5" fmla="*/ 5841721 h 5841720"/>
                <a:gd name="connsiteX6" fmla="*/ 5841340 w 5841339"/>
                <a:gd name="connsiteY6" fmla="*/ 0 h 5841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41339" h="5841720">
                  <a:moveTo>
                    <a:pt x="5841340" y="0"/>
                  </a:moveTo>
                  <a:lnTo>
                    <a:pt x="3301403" y="0"/>
                  </a:lnTo>
                  <a:lnTo>
                    <a:pt x="1655826" y="1645666"/>
                  </a:lnTo>
                  <a:lnTo>
                    <a:pt x="10268" y="0"/>
                  </a:lnTo>
                  <a:lnTo>
                    <a:pt x="0" y="0"/>
                  </a:lnTo>
                  <a:lnTo>
                    <a:pt x="0" y="5841721"/>
                  </a:lnTo>
                  <a:lnTo>
                    <a:pt x="5841340" y="0"/>
                  </a:lnTo>
                  <a:close/>
                </a:path>
              </a:pathLst>
            </a:custGeom>
            <a:solidFill>
              <a:srgbClr val="0085C6">
                <a:alpha val="5000"/>
              </a:srgbClr>
            </a:solidFill>
            <a:ln w="1269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nl-NL"/>
            </a:p>
          </p:txBody>
        </p:sp>
        <p:sp>
          <p:nvSpPr>
            <p:cNvPr id="10" name="Gelijkbenige driehoek 9">
              <a:extLst>
                <a:ext uri="{FF2B5EF4-FFF2-40B4-BE49-F238E27FC236}">
                  <a16:creationId xmlns:a16="http://schemas.microsoft.com/office/drawing/2014/main" id="{78433DAC-08AE-E961-4DE7-DBA661CABD30}"/>
                </a:ext>
              </a:extLst>
            </p:cNvPr>
            <p:cNvSpPr/>
            <p:nvPr userDrawn="1"/>
          </p:nvSpPr>
          <p:spPr>
            <a:xfrm>
              <a:off x="2031572" y="3530024"/>
              <a:ext cx="5505341" cy="2826326"/>
            </a:xfrm>
            <a:prstGeom prst="triangle">
              <a:avLst/>
            </a:prstGeom>
            <a:solidFill>
              <a:schemeClr val="accent3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</p:spTree>
    <p:extLst>
      <p:ext uri="{BB962C8B-B14F-4D97-AF65-F5344CB8AC3E}">
        <p14:creationId xmlns:p14="http://schemas.microsoft.com/office/powerpoint/2010/main" val="3338123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0" r:id="rId2"/>
    <p:sldLayoutId id="2147483679" r:id="rId3"/>
    <p:sldLayoutId id="2147483674" r:id="rId4"/>
    <p:sldLayoutId id="2147483659" r:id="rId5"/>
    <p:sldLayoutId id="2147483649" r:id="rId6"/>
    <p:sldLayoutId id="2147483651" r:id="rId7"/>
    <p:sldLayoutId id="2147483675" r:id="rId8"/>
    <p:sldLayoutId id="2147483676" r:id="rId9"/>
    <p:sldLayoutId id="2147483652" r:id="rId10"/>
    <p:sldLayoutId id="2147483669" r:id="rId11"/>
    <p:sldLayoutId id="2147483670" r:id="rId12"/>
    <p:sldLayoutId id="2147483680" r:id="rId13"/>
    <p:sldLayoutId id="2147483681" r:id="rId14"/>
    <p:sldLayoutId id="2147483682" r:id="rId15"/>
    <p:sldLayoutId id="2147483671" r:id="rId16"/>
    <p:sldLayoutId id="2147483672" r:id="rId17"/>
    <p:sldLayoutId id="2147483673" r:id="rId18"/>
    <p:sldLayoutId id="2147483660" r:id="rId19"/>
    <p:sldLayoutId id="2147483663" r:id="rId20"/>
    <p:sldLayoutId id="2147483664" r:id="rId21"/>
    <p:sldLayoutId id="2147483677" r:id="rId22"/>
    <p:sldLayoutId id="2147483665" r:id="rId23"/>
    <p:sldLayoutId id="2147483666" r:id="rId24"/>
    <p:sldLayoutId id="2147483667" r:id="rId25"/>
    <p:sldLayoutId id="2147483668" r:id="rId26"/>
    <p:sldLayoutId id="2147483678" r:id="rId27"/>
    <p:sldLayoutId id="2147483655" r:id="rId28"/>
    <p:sldLayoutId id="2147483654" r:id="rId29"/>
    <p:sldLayoutId id="2147483656" r:id="rId30"/>
    <p:sldLayoutId id="2147483657" r:id="rId31"/>
    <p:sldLayoutId id="2147483661" r:id="rId32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000" b="1" kern="1200">
          <a:solidFill>
            <a:schemeClr val="accent3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Clr>
          <a:srgbClr val="64686B"/>
        </a:buClr>
        <a:buSzPct val="90000"/>
        <a:buFont typeface="Wingdings" panose="05000000000000000000" pitchFamily="2" charset="2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Clr>
          <a:srgbClr val="64686B"/>
        </a:buClr>
        <a:buSzPct val="90000"/>
        <a:buFont typeface="Wingdings" panose="05000000000000000000" pitchFamily="2" charset="2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Clr>
          <a:srgbClr val="64686B"/>
        </a:buClr>
        <a:buSzPct val="90000"/>
        <a:buFont typeface="Wingdings" panose="05000000000000000000" pitchFamily="2" charset="2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Clr>
          <a:srgbClr val="64686B"/>
        </a:buClr>
        <a:buSzPct val="90000"/>
        <a:buFont typeface="Wingdings" panose="05000000000000000000" pitchFamily="2" charset="2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Clr>
          <a:srgbClr val="64686B"/>
        </a:buClr>
        <a:buSzPct val="90000"/>
        <a:buFont typeface="Wingdings" panose="05000000000000000000" pitchFamily="2" charset="2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7491" userDrawn="1">
          <p15:clr>
            <a:srgbClr val="F26B43"/>
          </p15:clr>
        </p15:guide>
        <p15:guide id="4" pos="189" userDrawn="1">
          <p15:clr>
            <a:srgbClr val="F26B43"/>
          </p15:clr>
        </p15:guide>
        <p15:guide id="5" orient="horz" pos="958" userDrawn="1">
          <p15:clr>
            <a:srgbClr val="F26B43"/>
          </p15:clr>
        </p15:guide>
        <p15:guide id="6" orient="horz" pos="4065" userDrawn="1">
          <p15:clr>
            <a:srgbClr val="F26B43"/>
          </p15:clr>
        </p15:guide>
        <p15:guide id="7" orient="horz" pos="703" userDrawn="1">
          <p15:clr>
            <a:srgbClr val="F26B43"/>
          </p15:clr>
        </p15:guide>
        <p15:guide id="8" orient="horz" pos="187" userDrawn="1">
          <p15:clr>
            <a:srgbClr val="F26B43"/>
          </p15:clr>
        </p15:guide>
        <p15:guide id="9" pos="3749" userDrawn="1">
          <p15:clr>
            <a:srgbClr val="F26B43"/>
          </p15:clr>
        </p15:guide>
        <p15:guide id="10" pos="393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10" Type="http://schemas.openxmlformats.org/officeDocument/2006/relationships/image" Target="../media/image15.png"/><Relationship Id="rId4" Type="http://schemas.openxmlformats.org/officeDocument/2006/relationships/image" Target="../media/image9.svg"/><Relationship Id="rId9" Type="http://schemas.openxmlformats.org/officeDocument/2006/relationships/image" Target="../media/image1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inytronics.nl/nl/development-boards/microcontroller-boards/met-wi-fi/seeed-studio-xiao-esp32-c3" TargetMode="External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www.tinytronics.nl/nl/sensoren/lucht/druk/bme680-sensor-module-met-level-converter-luchtdruk-luchtkwaliteit-luchtvochtigheid-temperatuur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stapi.delathouwer.me/FROST-Server/v1.1" TargetMode="External"/><Relationship Id="rId2" Type="http://schemas.openxmlformats.org/officeDocument/2006/relationships/hyperlink" Target="https://raw.githubusercontent.com/FraunhoferIOSB/FROST-Server/v2.x/scripts/docker-compose.yaml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sebruno.com/" TargetMode="External"/><Relationship Id="rId2" Type="http://schemas.openxmlformats.org/officeDocument/2006/relationships/hyperlink" Target="https://github.com/Geonovum/IoT-Workshop/tree/main/Stap6_STAPI/Bruno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FFAA35-54A9-2F3B-B0B5-15B9E9B65E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Kennissessie</a:t>
            </a:r>
            <a:br>
              <a:rPr lang="nl-NL" dirty="0"/>
            </a:br>
            <a:r>
              <a:rPr lang="nl-NL" dirty="0" err="1"/>
              <a:t>SensorThingsAPI</a:t>
            </a:r>
            <a:endParaRPr lang="nl-NL" dirty="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70269E31-8424-519E-A74C-0E96976EA10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02095" y="3762667"/>
            <a:ext cx="4268067" cy="316222"/>
          </a:xfrm>
        </p:spPr>
        <p:txBody>
          <a:bodyPr/>
          <a:lstStyle/>
          <a:p>
            <a:r>
              <a:rPr lang="nl-NL" dirty="0"/>
              <a:t>Bart De Lathouwer</a:t>
            </a:r>
          </a:p>
        </p:txBody>
      </p:sp>
      <p:sp>
        <p:nvSpPr>
          <p:cNvPr id="14" name="Tijdelijke aanduiding voor datum 13">
            <a:extLst>
              <a:ext uri="{FF2B5EF4-FFF2-40B4-BE49-F238E27FC236}">
                <a16:creationId xmlns:a16="http://schemas.microsoft.com/office/drawing/2014/main" id="{E5C588CF-1BFB-0D66-F25E-177160CCAE65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6602096" y="4135896"/>
            <a:ext cx="2653506" cy="216000"/>
          </a:xfrm>
        </p:spPr>
        <p:txBody>
          <a:bodyPr/>
          <a:lstStyle/>
          <a:p>
            <a:fld id="{875EA9B3-809F-44BB-B7CF-79FF1B0E462C}" type="datetime2">
              <a:rPr lang="nl-NL" smtClean="0"/>
              <a:pPr/>
              <a:t>woensdag 9 september 2026</a:t>
            </a:fld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10C1C29F-34CB-505D-6FA5-D756549933B1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pPr/>
              <a:t>1</a:t>
            </a:fld>
            <a:endParaRPr lang="nl-NL" dirty="0"/>
          </a:p>
        </p:txBody>
      </p:sp>
      <p:sp>
        <p:nvSpPr>
          <p:cNvPr id="9" name="Ondertitel 8">
            <a:extLst>
              <a:ext uri="{FF2B5EF4-FFF2-40B4-BE49-F238E27FC236}">
                <a16:creationId xmlns:a16="http://schemas.microsoft.com/office/drawing/2014/main" id="{26AD830A-BA6A-6E0A-AA3C-8AF817139A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Ab initio</a:t>
            </a:r>
            <a:endParaRPr lang="en-NL"/>
          </a:p>
        </p:txBody>
      </p:sp>
      <p:pic>
        <p:nvPicPr>
          <p:cNvPr id="6" name="Afbeelding 5" descr="Afbeelding met sport, schoeisel, tekst, poster&#10;&#10;Automatisch gegenereerde beschrijving">
            <a:extLst>
              <a:ext uri="{FF2B5EF4-FFF2-40B4-BE49-F238E27FC236}">
                <a16:creationId xmlns:a16="http://schemas.microsoft.com/office/drawing/2014/main" id="{A47EE3B2-E428-141F-49EC-98F594C5A2C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8012" y="0"/>
            <a:ext cx="48483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34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E0F6F-D1D2-DE5E-DBD4-012258DDC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CFE3B-0C80-12D1-1F79-D8FAAF89A8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NL" sz="3200" noProof="0" dirty="0" err="1"/>
              <a:t>Welcome</a:t>
            </a:r>
            <a:endParaRPr lang="nl-NL" sz="3200" dirty="0"/>
          </a:p>
          <a:p>
            <a:r>
              <a:rPr lang="nl-NL" sz="3200" noProof="0" dirty="0" err="1"/>
              <a:t>IoT</a:t>
            </a:r>
            <a:r>
              <a:rPr lang="nl-NL" sz="3200" noProof="0" dirty="0"/>
              <a:t> Starter</a:t>
            </a:r>
          </a:p>
          <a:p>
            <a:r>
              <a:rPr lang="nl-NL" sz="3200" dirty="0"/>
              <a:t>OGC </a:t>
            </a:r>
            <a:r>
              <a:rPr lang="nl-NL" sz="3200" dirty="0" err="1"/>
              <a:t>SensorThingsAPI</a:t>
            </a:r>
            <a:endParaRPr lang="nl-NL" sz="3200" dirty="0"/>
          </a:p>
          <a:p>
            <a:pPr lvl="1"/>
            <a:r>
              <a:rPr lang="nl-NL" sz="2800" dirty="0"/>
              <a:t>Intro</a:t>
            </a:r>
          </a:p>
          <a:p>
            <a:pPr lvl="1"/>
            <a:r>
              <a:rPr lang="nl-NL" sz="2800" dirty="0"/>
              <a:t>Model, </a:t>
            </a:r>
            <a:r>
              <a:rPr lang="nl-NL" sz="2800" dirty="0" err="1"/>
              <a:t>interactive</a:t>
            </a:r>
            <a:endParaRPr lang="nl-NL" sz="2800" dirty="0"/>
          </a:p>
          <a:p>
            <a:r>
              <a:rPr lang="nl-NL" sz="3200" dirty="0"/>
              <a:t>Demo’s (13:00)</a:t>
            </a:r>
          </a:p>
          <a:p>
            <a:r>
              <a:rPr lang="nl-NL" sz="3200" dirty="0"/>
              <a:t>Zet het zelf op</a:t>
            </a:r>
          </a:p>
          <a:p>
            <a:pPr lvl="1"/>
            <a:endParaRPr lang="nl-NL" sz="2800" dirty="0"/>
          </a:p>
          <a:p>
            <a:endParaRPr lang="nl-NL" sz="3200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8E8493-7567-7368-7EB2-5E2D505BE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2</a:t>
            </a:fld>
            <a:endParaRPr lang="nl-NL"/>
          </a:p>
        </p:txBody>
      </p:sp>
      <p:pic>
        <p:nvPicPr>
          <p:cNvPr id="7" name="Content Placeholder 8">
            <a:extLst>
              <a:ext uri="{FF2B5EF4-FFF2-40B4-BE49-F238E27FC236}">
                <a16:creationId xmlns:a16="http://schemas.microsoft.com/office/drawing/2014/main" id="{356C138D-63AA-2B95-FDE4-11F8CCCA5C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7679" y="1671909"/>
            <a:ext cx="2166511" cy="1757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736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5C14EEB9-ACEB-88AD-E05E-2E9A8A69C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585" y="150608"/>
            <a:ext cx="9780132" cy="1280159"/>
          </a:xfrm>
        </p:spPr>
        <p:txBody>
          <a:bodyPr>
            <a:normAutofit/>
          </a:bodyPr>
          <a:lstStyle/>
          <a:p>
            <a:r>
              <a:rPr lang="nl-NL" dirty="0"/>
              <a:t>Waarom OGC </a:t>
            </a:r>
            <a:r>
              <a:rPr lang="nl-NL" dirty="0" err="1"/>
              <a:t>API’s</a:t>
            </a:r>
            <a:r>
              <a:rPr lang="nl-NL" dirty="0"/>
              <a:t> ?</a:t>
            </a:r>
          </a:p>
        </p:txBody>
      </p:sp>
      <p:sp>
        <p:nvSpPr>
          <p:cNvPr id="7" name="Tijdelijke aanduiding voor inhoud 6">
            <a:extLst>
              <a:ext uri="{FF2B5EF4-FFF2-40B4-BE49-F238E27FC236}">
                <a16:creationId xmlns:a16="http://schemas.microsoft.com/office/drawing/2014/main" id="{3E8A6620-23F4-508B-17BB-C3AC9048D7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704976"/>
            <a:ext cx="11963400" cy="4932363"/>
          </a:xfrm>
        </p:spPr>
        <p:txBody>
          <a:bodyPr>
            <a:normAutofit/>
          </a:bodyPr>
          <a:lstStyle/>
          <a:p>
            <a:r>
              <a:rPr lang="nl-NL" dirty="0"/>
              <a:t>Makkelijker dan oude generatie services voor web-ontwikkelaars buiten het </a:t>
            </a:r>
            <a:r>
              <a:rPr lang="nl-NL" dirty="0" err="1"/>
              <a:t>geodomein</a:t>
            </a:r>
            <a:endParaRPr lang="nl-NL" dirty="0"/>
          </a:p>
          <a:p>
            <a:pPr lvl="1"/>
            <a:r>
              <a:rPr lang="nl-NL" dirty="0"/>
              <a:t>Je hoeft geen GIS-specialist te zijn om er mee te werken;</a:t>
            </a:r>
          </a:p>
          <a:p>
            <a:pPr lvl="1"/>
            <a:r>
              <a:rPr lang="nl-NL" dirty="0"/>
              <a:t>Ook goed te gebruiken binnen het </a:t>
            </a:r>
            <a:r>
              <a:rPr lang="nl-NL" dirty="0" err="1"/>
              <a:t>geodomein</a:t>
            </a:r>
            <a:r>
              <a:rPr lang="nl-NL" dirty="0"/>
              <a:t>;</a:t>
            </a:r>
          </a:p>
          <a:p>
            <a:pPr lvl="1"/>
            <a:r>
              <a:rPr lang="nl-NL" dirty="0" err="1"/>
              <a:t>Openapi</a:t>
            </a:r>
            <a:r>
              <a:rPr lang="nl-NL" dirty="0"/>
              <a:t> specificatie beschrijft wat er mee kan;</a:t>
            </a:r>
          </a:p>
          <a:p>
            <a:pPr lvl="1"/>
            <a:r>
              <a:rPr lang="nl-NL" dirty="0"/>
              <a:t>Werkt heel intuïtief.</a:t>
            </a:r>
          </a:p>
          <a:p>
            <a:endParaRPr lang="nl-NL" dirty="0"/>
          </a:p>
          <a:p>
            <a:r>
              <a:rPr lang="nl-NL" dirty="0"/>
              <a:t>Beter te vinden door zoekmachines</a:t>
            </a:r>
          </a:p>
          <a:p>
            <a:endParaRPr lang="nl-NL" dirty="0"/>
          </a:p>
          <a:p>
            <a:r>
              <a:rPr lang="nl-NL" dirty="0"/>
              <a:t>Verschillende types hebben dezelfde structuur en zijn daardoor ook eenvoudiger te combineren.</a:t>
            </a:r>
          </a:p>
          <a:p>
            <a:endParaRPr lang="nl-NL" dirty="0"/>
          </a:p>
          <a:p>
            <a:pPr marL="0" indent="0">
              <a:buNone/>
            </a:pPr>
            <a:endParaRPr lang="nl-NL" dirty="0"/>
          </a:p>
          <a:p>
            <a:endParaRPr lang="nl-NL" dirty="0"/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endParaRPr lang="nl-NL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5AC528AC-652C-B32B-D213-8BFAA63CC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8B885-FF76-47CB-8BBD-27E7EBF07CA9}" type="slidenum">
              <a:rPr kumimoji="0" lang="nl-NL" sz="1000" b="1" i="0" u="none" strike="noStrike" kern="1200" cap="none" spc="0" normalizeH="0" baseline="0" noProof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Tenorit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nl-NL" sz="1000" b="1" i="0" u="none" strike="noStrike" kern="1200" cap="none" spc="0" normalizeH="0" baseline="0" noProof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Tenorite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2893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489ED3-B3BC-CD88-3CE0-7CB84C2A6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Belang Geonovum stimuleren</a:t>
            </a:r>
            <a:br>
              <a:rPr lang="nl-NL" dirty="0"/>
            </a:br>
            <a:r>
              <a:rPr lang="nl-NL" dirty="0"/>
              <a:t>OGC-API-gebruik?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BCE330D-90E9-B597-3895-634AA28362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nl-NL" dirty="0"/>
              <a:t>OGC-</a:t>
            </a:r>
            <a:r>
              <a:rPr lang="nl-NL" dirty="0" err="1"/>
              <a:t>API’s</a:t>
            </a:r>
            <a:r>
              <a:rPr lang="nl-NL" dirty="0"/>
              <a:t> passen binnen de visie van Geonovum:</a:t>
            </a:r>
          </a:p>
          <a:p>
            <a:r>
              <a:rPr lang="nl-NL" dirty="0"/>
              <a:t>Geonovum wil de Nederlandse </a:t>
            </a:r>
            <a:r>
              <a:rPr lang="nl-NL" dirty="0" err="1"/>
              <a:t>geo</a:t>
            </a:r>
            <a:r>
              <a:rPr lang="nl-NL" dirty="0"/>
              <a:t>-informatie infrastructuur versterken door het voor een brede groep toegankelijker te maken.</a:t>
            </a:r>
          </a:p>
          <a:p>
            <a:endParaRPr lang="nl-NL" dirty="0"/>
          </a:p>
          <a:p>
            <a:pPr marL="0" indent="0">
              <a:buNone/>
            </a:pPr>
            <a:r>
              <a:rPr lang="nl-NL" dirty="0"/>
              <a:t>OGC-API spelen een rol in ontwikkelingen die van belang zijn voor Geonovum zoals:</a:t>
            </a:r>
          </a:p>
          <a:p>
            <a:r>
              <a:rPr lang="nl-NL" dirty="0"/>
              <a:t>Europese datastrategie</a:t>
            </a:r>
          </a:p>
          <a:p>
            <a:r>
              <a:rPr lang="nl-NL" dirty="0"/>
              <a:t>IBDS: Federatief Datastelsel</a:t>
            </a:r>
          </a:p>
          <a:p>
            <a:r>
              <a:rPr lang="nl-NL" dirty="0"/>
              <a:t>Common </a:t>
            </a:r>
            <a:r>
              <a:rPr lang="nl-NL" dirty="0" err="1"/>
              <a:t>Ground</a:t>
            </a:r>
            <a:r>
              <a:rPr lang="nl-NL" dirty="0"/>
              <a:t> </a:t>
            </a:r>
          </a:p>
          <a:p>
            <a:r>
              <a:rPr lang="nl-NL" dirty="0"/>
              <a:t>Zicht op Nederland</a:t>
            </a:r>
          </a:p>
          <a:p>
            <a:pPr lvl="1"/>
            <a:r>
              <a:rPr lang="nl-NL" dirty="0"/>
              <a:t>Digital </a:t>
            </a:r>
            <a:r>
              <a:rPr lang="nl-NL" dirty="0" err="1"/>
              <a:t>Twins</a:t>
            </a:r>
            <a:endParaRPr lang="nl-NL" dirty="0"/>
          </a:p>
          <a:p>
            <a:pPr lvl="1"/>
            <a:r>
              <a:rPr lang="nl-NL" dirty="0"/>
              <a:t>Datafundament</a:t>
            </a:r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pPr marL="457200" lvl="1" indent="0">
              <a:buNone/>
            </a:pPr>
            <a:endParaRPr lang="nl-NL" dirty="0"/>
          </a:p>
          <a:p>
            <a:pPr marL="457200" lvl="1" indent="0">
              <a:buNone/>
            </a:pPr>
            <a:endParaRPr lang="nl-NL" dirty="0"/>
          </a:p>
          <a:p>
            <a:endParaRPr lang="nl-NL" dirty="0"/>
          </a:p>
          <a:p>
            <a:endParaRPr lang="nl-NL" dirty="0"/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endParaRPr lang="nl-NL" dirty="0"/>
          </a:p>
          <a:p>
            <a:endParaRPr lang="nl-NL" dirty="0"/>
          </a:p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496AEBC7-0D2A-BA06-52C3-C46D769B2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8B885-FF76-47CB-8BBD-27E7EBF07CA9}" type="slidenum">
              <a:rPr kumimoji="0" lang="nl-NL" sz="1000" b="1" i="0" u="none" strike="noStrike" kern="1200" cap="none" spc="0" normalizeH="0" baseline="0" noProof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Tenorit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nl-NL" sz="1000" b="1" i="0" u="none" strike="noStrike" kern="1200" cap="none" spc="0" normalizeH="0" baseline="0" noProof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Tenorite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3952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25863-3287-6C98-044F-584FD2AB4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Testbed 2026, Phase 1, sensors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7DC7E-DBAD-30D5-8EE8-6875CD1FBA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/Geonovum/testbed-sensordata-2026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5FEBFE-F3C6-578B-E2D6-97A47EE2C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8149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8400F-1BF0-0DD8-ED0A-4B00B5EAB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IoT </a:t>
            </a:r>
            <a:r>
              <a:rPr lang="en-US" dirty="0" err="1"/>
              <a:t>DataFlow</a:t>
            </a:r>
            <a:r>
              <a:rPr lang="en-US" dirty="0"/>
              <a:t> for Sensing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6B77EC-002C-7011-BE24-0A60A7018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6</a:t>
            </a:fld>
            <a:endParaRPr lang="nl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D34C77-2E33-AB33-C6F0-5994E98B7A60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9356" t="22177" r="18656" b="22175"/>
          <a:stretch>
            <a:fillRect/>
          </a:stretch>
        </p:blipFill>
        <p:spPr>
          <a:xfrm>
            <a:off x="746516" y="4380625"/>
            <a:ext cx="1760814" cy="158071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F4B1990-8C55-F553-42D8-C5B2D59382F8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rcRect l="33668" t="14023" r="40470" b="17011"/>
          <a:stretch>
            <a:fillRect/>
          </a:stretch>
        </p:blipFill>
        <p:spPr>
          <a:xfrm>
            <a:off x="2837859" y="3632233"/>
            <a:ext cx="808166" cy="215511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6BC3BDC3-A6BB-2B9F-1F46-AE3FCE3F3680}"/>
              </a:ext>
            </a:extLst>
          </p:cNvPr>
          <p:cNvSpPr/>
          <p:nvPr/>
        </p:nvSpPr>
        <p:spPr>
          <a:xfrm>
            <a:off x="7570382" y="1626781"/>
            <a:ext cx="1212112" cy="433456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Server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C4C912-F7F3-B651-63F7-344533F351ED}"/>
              </a:ext>
            </a:extLst>
          </p:cNvPr>
          <p:cNvSpPr/>
          <p:nvPr/>
        </p:nvSpPr>
        <p:spPr>
          <a:xfrm>
            <a:off x="6480786" y="1626781"/>
            <a:ext cx="637996" cy="433456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7F7F7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Can 14">
            <a:extLst>
              <a:ext uri="{FF2B5EF4-FFF2-40B4-BE49-F238E27FC236}">
                <a16:creationId xmlns:a16="http://schemas.microsoft.com/office/drawing/2014/main" id="{93C4E2D1-BBFE-15E4-7BD6-E1557C4F141F}"/>
              </a:ext>
            </a:extLst>
          </p:cNvPr>
          <p:cNvSpPr/>
          <p:nvPr/>
        </p:nvSpPr>
        <p:spPr>
          <a:xfrm>
            <a:off x="7931888" y="4912242"/>
            <a:ext cx="467833" cy="967563"/>
          </a:xfrm>
          <a:prstGeom prst="ca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Lightning Bolt 15">
            <a:extLst>
              <a:ext uri="{FF2B5EF4-FFF2-40B4-BE49-F238E27FC236}">
                <a16:creationId xmlns:a16="http://schemas.microsoft.com/office/drawing/2014/main" id="{8D009A70-B4B1-AE44-D638-143422B04AF7}"/>
              </a:ext>
            </a:extLst>
          </p:cNvPr>
          <p:cNvSpPr/>
          <p:nvPr/>
        </p:nvSpPr>
        <p:spPr>
          <a:xfrm rot="19870045">
            <a:off x="3761972" y="3231925"/>
            <a:ext cx="2626631" cy="549405"/>
          </a:xfrm>
          <a:prstGeom prst="lightningBol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F5F32A3-8A13-8AF9-0A80-770575503658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1626923" y="3579850"/>
            <a:ext cx="0" cy="80077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28C4EB0-2D47-B9C0-24F6-9854C1FA2F35}"/>
              </a:ext>
            </a:extLst>
          </p:cNvPr>
          <p:cNvCxnSpPr>
            <a:cxnSpLocks/>
          </p:cNvCxnSpPr>
          <p:nvPr/>
        </p:nvCxnSpPr>
        <p:spPr>
          <a:xfrm flipV="1">
            <a:off x="2118332" y="4380625"/>
            <a:ext cx="911241" cy="329163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E364DBC-5693-D4DE-557C-C7345B5ED951}"/>
              </a:ext>
            </a:extLst>
          </p:cNvPr>
          <p:cNvCxnSpPr>
            <a:cxnSpLocks/>
          </p:cNvCxnSpPr>
          <p:nvPr/>
        </p:nvCxnSpPr>
        <p:spPr>
          <a:xfrm>
            <a:off x="6799784" y="3104930"/>
            <a:ext cx="1366020" cy="0"/>
          </a:xfrm>
          <a:prstGeom prst="straightConnector1">
            <a:avLst/>
          </a:prstGeom>
          <a:ln w="12700"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 descr="Badge 1 with solid fill">
            <a:extLst>
              <a:ext uri="{FF2B5EF4-FFF2-40B4-BE49-F238E27FC236}">
                <a16:creationId xmlns:a16="http://schemas.microsoft.com/office/drawing/2014/main" id="{0FBAE387-4E84-7F0D-2E7A-4A8A2F2ABC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29654" y="3744605"/>
            <a:ext cx="471263" cy="471263"/>
          </a:xfrm>
          <a:prstGeom prst="rect">
            <a:avLst/>
          </a:prstGeom>
        </p:spPr>
      </p:pic>
      <p:pic>
        <p:nvPicPr>
          <p:cNvPr id="9" name="Graphic 8" descr="Badge with solid fill">
            <a:extLst>
              <a:ext uri="{FF2B5EF4-FFF2-40B4-BE49-F238E27FC236}">
                <a16:creationId xmlns:a16="http://schemas.microsoft.com/office/drawing/2014/main" id="{6DC42205-2BF7-6471-2071-17B7A13A28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11601" y="4319258"/>
            <a:ext cx="512103" cy="512103"/>
          </a:xfrm>
          <a:prstGeom prst="rect">
            <a:avLst/>
          </a:prstGeom>
        </p:spPr>
      </p:pic>
      <p:pic>
        <p:nvPicPr>
          <p:cNvPr id="11" name="Graphic 10" descr="Badge 3 with solid fill">
            <a:extLst>
              <a:ext uri="{FF2B5EF4-FFF2-40B4-BE49-F238E27FC236}">
                <a16:creationId xmlns:a16="http://schemas.microsoft.com/office/drawing/2014/main" id="{83C8C8FF-0FDE-0A72-B213-6FA79E561D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23800" y="3460909"/>
            <a:ext cx="666305" cy="666305"/>
          </a:xfrm>
          <a:prstGeom prst="rect">
            <a:avLst/>
          </a:prstGeom>
        </p:spPr>
      </p:pic>
      <p:pic>
        <p:nvPicPr>
          <p:cNvPr id="20" name="Graphic 19" descr="Badge 4 with solid fill">
            <a:extLst>
              <a:ext uri="{FF2B5EF4-FFF2-40B4-BE49-F238E27FC236}">
                <a16:creationId xmlns:a16="http://schemas.microsoft.com/office/drawing/2014/main" id="{6AE822AD-F4EB-0824-5B29-74BDE302CB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52477" y="2242158"/>
            <a:ext cx="666305" cy="666305"/>
          </a:xfrm>
          <a:prstGeom prst="rect">
            <a:avLst/>
          </a:prstGeom>
        </p:spPr>
      </p:pic>
      <p:pic>
        <p:nvPicPr>
          <p:cNvPr id="22" name="Graphic 21" descr="Badge 5 with solid fill">
            <a:extLst>
              <a:ext uri="{FF2B5EF4-FFF2-40B4-BE49-F238E27FC236}">
                <a16:creationId xmlns:a16="http://schemas.microsoft.com/office/drawing/2014/main" id="{73FD95FE-E408-F702-2518-A6537339AE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35587" y="2245095"/>
            <a:ext cx="660433" cy="660433"/>
          </a:xfrm>
          <a:prstGeom prst="rect">
            <a:avLst/>
          </a:prstGeom>
        </p:spPr>
      </p:pic>
      <p:pic>
        <p:nvPicPr>
          <p:cNvPr id="25" name="Graphic 24" descr="Badge 6 with solid fill">
            <a:extLst>
              <a:ext uri="{FF2B5EF4-FFF2-40B4-BE49-F238E27FC236}">
                <a16:creationId xmlns:a16="http://schemas.microsoft.com/office/drawing/2014/main" id="{C1A7BF82-A7EA-A1B4-88E8-2E47E4DAAA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819436" y="2230704"/>
            <a:ext cx="689215" cy="6892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91BA644-CE38-DEE0-3E5C-9BE9BC1C25D2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609" y="2237041"/>
            <a:ext cx="1464204" cy="1545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8208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ED363-89EF-6C7E-F8F6-95F0B7DD3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Voorbeeld</a:t>
            </a:r>
            <a:r>
              <a:rPr lang="en-US" dirty="0"/>
              <a:t> setup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F2ABBB8-47D7-2001-6400-A835E230503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038" y="2758745"/>
            <a:ext cx="5651500" cy="2456523"/>
          </a:xfrm>
          <a:prstGeom prst="rect">
            <a:avLst/>
          </a:prstGeom>
        </p:spPr>
      </p:pic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610B0E87-85F9-045F-D81F-05F98155C3C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hlinkClick r:id="rId3"/>
              </a:rPr>
              <a:t>ESP32-C3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hlinkClick r:id="rId4"/>
              </a:rPr>
              <a:t>BME680</a:t>
            </a:r>
            <a:r>
              <a:rPr lang="en-US" dirty="0"/>
              <a:t> sensor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 err="1"/>
              <a:t>Temperatuur</a:t>
            </a: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 err="1"/>
              <a:t>Luchtdruk</a:t>
            </a: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Altitude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 err="1"/>
              <a:t>Vochtigheid</a:t>
            </a: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Via I2C bus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4642E2-DCF1-64FC-554F-230836DF9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23743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0B0FB-98DA-A33F-B8C5-D42CC79A9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59EBC-F14A-F1AC-0836-207F23F22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IoT</a:t>
            </a:r>
            <a:r>
              <a:rPr lang="nl-NL" dirty="0"/>
              <a:t> </a:t>
            </a:r>
            <a:r>
              <a:rPr lang="nl-NL" dirty="0" err="1"/>
              <a:t>Components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E37B6B-2CDC-9A69-01E2-FFAE4D4087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NL" sz="3200" dirty="0" err="1"/>
              <a:t>Thing</a:t>
            </a:r>
            <a:r>
              <a:rPr lang="nl-NL" sz="3200" dirty="0"/>
              <a:t> / Device</a:t>
            </a:r>
          </a:p>
          <a:p>
            <a:r>
              <a:rPr lang="nl-NL" sz="3200" noProof="0" dirty="0"/>
              <a:t>Sensor</a:t>
            </a:r>
          </a:p>
          <a:p>
            <a:r>
              <a:rPr lang="nl-NL" sz="3200" dirty="0"/>
              <a:t>Beperkingen :</a:t>
            </a:r>
          </a:p>
          <a:p>
            <a:pPr lvl="1"/>
            <a:r>
              <a:rPr lang="nl-NL" sz="2800" dirty="0"/>
              <a:t>Communication</a:t>
            </a:r>
          </a:p>
          <a:p>
            <a:pPr lvl="1"/>
            <a:r>
              <a:rPr lang="nl-NL" sz="2800" dirty="0"/>
              <a:t>Energy</a:t>
            </a:r>
          </a:p>
          <a:p>
            <a:pPr lvl="1"/>
            <a:r>
              <a:rPr lang="nl-NL" sz="2800" dirty="0" err="1"/>
              <a:t>Compute</a:t>
            </a:r>
            <a:endParaRPr lang="nl-NL" sz="2800" dirty="0"/>
          </a:p>
          <a:p>
            <a:pPr lvl="1"/>
            <a:r>
              <a:rPr lang="nl-NL" sz="2800" dirty="0"/>
              <a:t>Memory</a:t>
            </a:r>
          </a:p>
          <a:p>
            <a:r>
              <a:rPr lang="nl-NL" sz="3200" noProof="0" dirty="0"/>
              <a:t>Action</a:t>
            </a:r>
          </a:p>
          <a:p>
            <a:pPr lvl="1"/>
            <a:r>
              <a:rPr lang="nl-NL" sz="2800" noProof="0" dirty="0"/>
              <a:t>Sense</a:t>
            </a:r>
          </a:p>
          <a:p>
            <a:pPr lvl="1"/>
            <a:r>
              <a:rPr lang="nl-NL" sz="2800" dirty="0" err="1"/>
              <a:t>Transmit</a:t>
            </a:r>
            <a:endParaRPr lang="nl-NL" sz="2800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B8DE1C-491F-5C1C-40A0-5E2D0CA94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406355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5E91A-8BFF-1795-34EB-EB0AF0830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FC240-5F5D-62A9-41F2-99F67D542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IoT</a:t>
            </a:r>
            <a:r>
              <a:rPr lang="nl-NL" dirty="0"/>
              <a:t> </a:t>
            </a:r>
            <a:r>
              <a:rPr lang="nl-NL" dirty="0" err="1"/>
              <a:t>Sensing</a:t>
            </a:r>
            <a:r>
              <a:rPr lang="nl-NL" dirty="0"/>
              <a:t> - Transmission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0C710A-DF59-EBB8-3041-87346E911D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038" y="1520825"/>
            <a:ext cx="11587855" cy="530113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Short-Range Wireless </a:t>
            </a:r>
          </a:p>
          <a:p>
            <a:pPr lvl="1"/>
            <a:r>
              <a:rPr lang="nl-NL" noProof="0" dirty="0" err="1"/>
              <a:t>Wi</a:t>
            </a:r>
            <a:r>
              <a:rPr lang="nl-NL" noProof="0" dirty="0"/>
              <a:t>-</a:t>
            </a:r>
            <a:r>
              <a:rPr lang="nl-NL" dirty="0" err="1"/>
              <a:t>Fi</a:t>
            </a:r>
            <a:r>
              <a:rPr lang="nl-NL" dirty="0"/>
              <a:t> (IEEE 802.11)</a:t>
            </a:r>
          </a:p>
          <a:p>
            <a:pPr lvl="1"/>
            <a:r>
              <a:rPr lang="nl-NL" noProof="0" dirty="0"/>
              <a:t>Bluetooth</a:t>
            </a:r>
          </a:p>
          <a:p>
            <a:pPr lvl="1"/>
            <a:r>
              <a:rPr lang="en-US" dirty="0"/>
              <a:t>Zigbee / Z-Wave / Thread</a:t>
            </a:r>
          </a:p>
          <a:p>
            <a:r>
              <a:rPr lang="en-US" noProof="0" dirty="0" err="1"/>
              <a:t>LowPowerWAN</a:t>
            </a:r>
            <a:endParaRPr lang="en-US" noProof="0" dirty="0"/>
          </a:p>
          <a:p>
            <a:pPr lvl="1"/>
            <a:r>
              <a:rPr lang="en-US" dirty="0" err="1"/>
              <a:t>LoRaWAN</a:t>
            </a:r>
            <a:endParaRPr lang="en-US" dirty="0"/>
          </a:p>
          <a:p>
            <a:pPr lvl="1"/>
            <a:r>
              <a:rPr lang="en-US" noProof="0" dirty="0"/>
              <a:t>NB-IoT</a:t>
            </a:r>
          </a:p>
          <a:p>
            <a:pPr lvl="1"/>
            <a:r>
              <a:rPr lang="en-US" dirty="0"/>
              <a:t>LTE-M</a:t>
            </a:r>
          </a:p>
          <a:p>
            <a:pPr lvl="1"/>
            <a:r>
              <a:rPr lang="en-US" noProof="0" dirty="0"/>
              <a:t>Sigfox</a:t>
            </a:r>
          </a:p>
          <a:p>
            <a:r>
              <a:rPr lang="en-US" dirty="0" err="1"/>
              <a:t>Cellulaire</a:t>
            </a:r>
            <a:endParaRPr lang="en-US" dirty="0"/>
          </a:p>
          <a:p>
            <a:pPr lvl="1"/>
            <a:r>
              <a:rPr lang="en-US" noProof="0" dirty="0"/>
              <a:t>4G LTE / 5G</a:t>
            </a:r>
          </a:p>
          <a:p>
            <a:r>
              <a:rPr lang="nl-NL" noProof="0" dirty="0"/>
              <a:t>Nabij – </a:t>
            </a:r>
            <a:r>
              <a:rPr lang="en-US" dirty="0" err="1"/>
              <a:t>Bekabelde</a:t>
            </a:r>
            <a:r>
              <a:rPr lang="en-US" dirty="0"/>
              <a:t> </a:t>
            </a:r>
            <a:r>
              <a:rPr lang="en-US" dirty="0" err="1"/>
              <a:t>Netwerken</a:t>
            </a:r>
            <a:endParaRPr lang="nl-NL" noProof="0" dirty="0"/>
          </a:p>
          <a:p>
            <a:pPr lvl="1"/>
            <a:r>
              <a:rPr lang="en-US" dirty="0"/>
              <a:t>RFID &amp; NFC</a:t>
            </a:r>
          </a:p>
          <a:p>
            <a:pPr lvl="1"/>
            <a:r>
              <a:rPr lang="en-US" dirty="0"/>
              <a:t>Ethernet</a:t>
            </a:r>
          </a:p>
          <a:p>
            <a:pPr lvl="1"/>
            <a:r>
              <a:rPr lang="en-US" dirty="0" err="1"/>
              <a:t>Satelliet</a:t>
            </a:r>
            <a:r>
              <a:rPr lang="en-US" dirty="0"/>
              <a:t> IoT</a:t>
            </a:r>
            <a:endParaRPr lang="nl-NL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10C5C3-51A7-BA7C-F0A3-1E1B890D9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964923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BBF02-79E1-D7BB-2928-50C22DBEE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BA09B-F9AE-28AC-C977-627823DF9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Model - oefening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AC62B8-BDFE-C409-FB6B-C186F59D9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10</a:t>
            </a:fld>
            <a:endParaRPr lang="nl-NL"/>
          </a:p>
        </p:txBody>
      </p:sp>
      <p:pic>
        <p:nvPicPr>
          <p:cNvPr id="7" name="Picture 6" descr="Sensing Entities">
            <a:extLst>
              <a:ext uri="{FF2B5EF4-FFF2-40B4-BE49-F238E27FC236}">
                <a16:creationId xmlns:a16="http://schemas.microsoft.com/office/drawing/2014/main" id="{4524D27D-D872-46DE-B126-37730C6E96C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13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12918" y="940533"/>
            <a:ext cx="8162093" cy="5789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5874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D3BA8-A213-91BE-C818-F597264EF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92989-5D0A-24B0-762A-8A9B856DC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Model bespreking (v1.1)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0C62C0-7C46-57A1-C41E-070F0D10F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11</a:t>
            </a:fld>
            <a:endParaRPr lang="nl-NL"/>
          </a:p>
        </p:txBody>
      </p:sp>
      <p:pic>
        <p:nvPicPr>
          <p:cNvPr id="7" name="Picture 6" descr="Sensing Entities">
            <a:extLst>
              <a:ext uri="{FF2B5EF4-FFF2-40B4-BE49-F238E27FC236}">
                <a16:creationId xmlns:a16="http://schemas.microsoft.com/office/drawing/2014/main" id="{C088110E-5AEE-5A2C-9667-F05A769572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2918" y="940533"/>
            <a:ext cx="8162093" cy="5789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491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EC40E-75DE-05A3-CBF3-BBA682144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13:00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31236-B127-D518-A5D9-E2A01AF84E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&lt;Hylke&gt;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DC7956-F484-CAA8-5F52-AEB0818AE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12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69905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4F75B-E3BD-E7CE-1098-23836A361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 your own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1911BD-EB80-A08B-6CEC-CB8B7385C0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FROST using Docker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EB71CF-A626-3B2C-1EFE-97ED17D51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13</a:t>
            </a:fld>
            <a:endParaRPr lang="nl-N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855418-4B92-A445-C742-62ACFCE4FE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980" y="2403346"/>
            <a:ext cx="5754814" cy="410339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D001F6C-F42C-DEA5-0C21-F9A6F9E025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6182" y="1336674"/>
            <a:ext cx="6205443" cy="274531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6009694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3407F-6898-25A4-6132-0A025C7F2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3B0F9-6E52-A252-BBA6-87D481BE9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Setup your own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80D12-20E9-FCA5-A89D-24E923262D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Docker-compose</a:t>
            </a:r>
            <a:br>
              <a:rPr lang="en-US" dirty="0"/>
            </a:br>
            <a:br>
              <a:rPr lang="en-US" dirty="0"/>
            </a:br>
            <a:r>
              <a:rPr lang="en-US" dirty="0">
                <a:hlinkClick r:id="rId2"/>
              </a:rPr>
              <a:t>https://raw.githubusercontent.com/FraunhoferIOSB/FROST-Server/v2.x/scripts/docker-compose.yaml</a:t>
            </a:r>
            <a:endParaRPr lang="en-US" dirty="0"/>
          </a:p>
          <a:p>
            <a:endParaRPr lang="en-US" dirty="0"/>
          </a:p>
          <a:p>
            <a:r>
              <a:rPr lang="en-US" dirty="0">
                <a:hlinkClick r:id="rId3"/>
              </a:rPr>
              <a:t>https://stapi.delathouwer.me/FROST-Server/v1.1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952ACE-035C-A250-02F4-DC3B0CE92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14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393068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E2E97-95BF-97D8-F115-58C7C309C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CCF9D-C3DE-95AA-BA17-E98AC2584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</a:t>
            </a:r>
            <a:r>
              <a:rPr lang="en-US" dirty="0" err="1"/>
              <a:t>sturen</a:t>
            </a:r>
            <a:r>
              <a:rPr lang="en-US" dirty="0"/>
              <a:t> </a:t>
            </a:r>
            <a:r>
              <a:rPr lang="en-US" dirty="0" err="1"/>
              <a:t>naar</a:t>
            </a:r>
            <a:r>
              <a:rPr lang="en-US" dirty="0"/>
              <a:t> je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D1BB9-4C69-B83F-97A3-7432C7CB78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From Bruno</a:t>
            </a:r>
            <a:r>
              <a:rPr lang="en-US" dirty="0"/>
              <a:t> (download the repo and </a:t>
            </a:r>
            <a:r>
              <a:rPr lang="en-US" dirty="0">
                <a:hlinkClick r:id="rId3"/>
              </a:rPr>
              <a:t>bruno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/Geonovum/Workshop-OGC-Sensor-APIs-basis</a:t>
            </a:r>
          </a:p>
          <a:p>
            <a:r>
              <a:rPr lang="en-US" dirty="0"/>
              <a:t>From Arduino (see repo)</a:t>
            </a:r>
          </a:p>
          <a:p>
            <a:endParaRPr lang="en-US" dirty="0"/>
          </a:p>
          <a:p>
            <a:r>
              <a:rPr lang="en-US" dirty="0"/>
              <a:t>Quid security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0B252F-1AA1-51BF-FC38-8FB567DC7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15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44638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D12CB-DC54-8E79-FC0E-28B8F262C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476B8-7524-BA78-0F6B-3172C3162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</a:t>
            </a:r>
            <a:r>
              <a:rPr lang="en-US" dirty="0" err="1"/>
              <a:t>sturen</a:t>
            </a:r>
            <a:r>
              <a:rPr lang="en-US" dirty="0"/>
              <a:t> </a:t>
            </a:r>
            <a:r>
              <a:rPr lang="en-US" dirty="0" err="1"/>
              <a:t>naar</a:t>
            </a:r>
            <a:r>
              <a:rPr lang="en-US" dirty="0"/>
              <a:t> je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43D882-91C1-8363-59FF-0B9BF408D2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Maar </a:t>
            </a:r>
            <a:r>
              <a:rPr lang="en-US" dirty="0" err="1"/>
              <a:t>eerste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Maak </a:t>
            </a:r>
            <a:r>
              <a:rPr lang="en-US" dirty="0" err="1"/>
              <a:t>een</a:t>
            </a:r>
            <a:r>
              <a:rPr lang="en-US" dirty="0"/>
              <a:t> Sensor (BME680)</a:t>
            </a:r>
          </a:p>
          <a:p>
            <a:pPr lvl="1"/>
            <a:r>
              <a:rPr lang="en-US" dirty="0"/>
              <a:t>Maak </a:t>
            </a:r>
            <a:r>
              <a:rPr lang="en-US" dirty="0" err="1"/>
              <a:t>een</a:t>
            </a:r>
            <a:r>
              <a:rPr lang="en-US" dirty="0"/>
              <a:t> Observed Properties (4x)</a:t>
            </a:r>
          </a:p>
          <a:p>
            <a:pPr lvl="1"/>
            <a:r>
              <a:rPr lang="en-US" dirty="0"/>
              <a:t>Maak </a:t>
            </a:r>
            <a:r>
              <a:rPr lang="en-US" dirty="0" err="1"/>
              <a:t>een</a:t>
            </a:r>
            <a:r>
              <a:rPr lang="en-US" dirty="0"/>
              <a:t> Thing / </a:t>
            </a:r>
            <a:r>
              <a:rPr lang="en-US" dirty="0" err="1"/>
              <a:t>Datastreams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Get de identifiers</a:t>
            </a:r>
          </a:p>
          <a:p>
            <a:r>
              <a:rPr lang="en-US" dirty="0"/>
              <a:t>Post values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AFE49C-A01A-A2A5-78D2-65A3618BB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16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337346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06A26-C9E4-E1FB-59BD-6DA11AF81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DA434-156C-A396-BDB8-C5DCA8246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Berichten</a:t>
            </a:r>
            <a:r>
              <a:rPr lang="en-US" dirty="0"/>
              <a:t> van de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FAF73-982E-BF64-4E6D-AC650E850C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3C3C3C"/>
                </a:solidFill>
                <a:ea typeface="Open Sans"/>
                <a:cs typeface="Open Sans"/>
              </a:rPr>
              <a:t>MQTT </a:t>
            </a:r>
            <a:r>
              <a:rPr lang="en-US" dirty="0" err="1">
                <a:solidFill>
                  <a:srgbClr val="3C3C3C"/>
                </a:solidFill>
                <a:ea typeface="Open Sans"/>
                <a:cs typeface="Open Sans"/>
              </a:rPr>
              <a:t>als</a:t>
            </a:r>
            <a:r>
              <a:rPr lang="en-US" dirty="0">
                <a:solidFill>
                  <a:srgbClr val="3C3C3C"/>
                </a:solidFill>
                <a:ea typeface="Open Sans"/>
                <a:cs typeface="Open Sans"/>
              </a:rPr>
              <a:t> pub/sub mechanism</a:t>
            </a:r>
          </a:p>
          <a:p>
            <a:pPr marL="0" indent="0">
              <a:buNone/>
            </a:pPr>
            <a:endParaRPr lang="en-US" dirty="0">
              <a:solidFill>
                <a:srgbClr val="3C3C3C"/>
              </a:solidFill>
              <a:latin typeface="Tenorite"/>
              <a:ea typeface="Open Sans"/>
              <a:cs typeface="Open Sans"/>
            </a:endParaRPr>
          </a:p>
          <a:p>
            <a:pPr marL="0" indent="0">
              <a:buNone/>
            </a:pPr>
            <a:r>
              <a:rPr lang="en-US" dirty="0">
                <a:solidFill>
                  <a:srgbClr val="3C3C3C"/>
                </a:solidFill>
                <a:latin typeface="Tenorite"/>
                <a:ea typeface="Open Sans"/>
                <a:cs typeface="Open Sans"/>
              </a:rPr>
              <a:t>Polling vs events</a:t>
            </a:r>
          </a:p>
          <a:p>
            <a:pPr marL="0" indent="0">
              <a:buNone/>
            </a:pPr>
            <a:r>
              <a:rPr lang="en-US" dirty="0">
                <a:solidFill>
                  <a:srgbClr val="3C3C3C"/>
                </a:solidFill>
                <a:latin typeface="Tenorite"/>
                <a:ea typeface="Open Sans"/>
                <a:cs typeface="Open Sans"/>
              </a:rPr>
              <a:t>App: </a:t>
            </a:r>
            <a:r>
              <a:rPr lang="en-US">
                <a:solidFill>
                  <a:srgbClr val="3C3C3C"/>
                </a:solidFill>
                <a:latin typeface="Tenorite"/>
                <a:ea typeface="Open Sans"/>
                <a:cs typeface="Open Sans"/>
              </a:rPr>
              <a:t>MQTTAnalyzer</a:t>
            </a:r>
            <a:endParaRPr lang="en-US" dirty="0">
              <a:solidFill>
                <a:srgbClr val="3C3C3C"/>
              </a:solidFill>
              <a:latin typeface="Tenorite"/>
              <a:ea typeface="Open Sans"/>
              <a:cs typeface="Open Sans"/>
            </a:endParaRPr>
          </a:p>
          <a:p>
            <a:endParaRPr lang="en-US" dirty="0">
              <a:solidFill>
                <a:srgbClr val="3C3C3C"/>
              </a:solidFill>
              <a:latin typeface="Tenorite"/>
              <a:ea typeface="Open Sans"/>
              <a:cs typeface="Open Sans"/>
            </a:endParaRPr>
          </a:p>
          <a:p>
            <a:r>
              <a:rPr lang="en-US" dirty="0"/>
              <a:t>***.***.</a:t>
            </a:r>
            <a:r>
              <a:rPr lang="en-US" dirty="0" err="1"/>
              <a:t>ts.net</a:t>
            </a:r>
            <a:endParaRPr lang="en-US" dirty="0"/>
          </a:p>
          <a:p>
            <a:r>
              <a:rPr lang="en-US" dirty="0"/>
              <a:t>Port: 1883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AC0CA5-BBA8-0A9B-CB09-73116FAA6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17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45971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15C9A-8599-C71B-BE8E-E7C42B13F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B4037-9883-F300-4F98-72D6FB2647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IoT workflows</a:t>
            </a:r>
          </a:p>
          <a:p>
            <a:r>
              <a:rPr lang="en-US" dirty="0"/>
              <a:t>IoT </a:t>
            </a:r>
            <a:r>
              <a:rPr lang="en-US" dirty="0" err="1"/>
              <a:t>beperkingen</a:t>
            </a:r>
            <a:r>
              <a:rPr lang="en-US" dirty="0"/>
              <a:t>, caveat’s</a:t>
            </a:r>
          </a:p>
          <a:p>
            <a:r>
              <a:rPr lang="en-US" dirty="0"/>
              <a:t>STAPI model</a:t>
            </a:r>
          </a:p>
          <a:p>
            <a:r>
              <a:rPr lang="en-US" dirty="0" err="1"/>
              <a:t>Zelf</a:t>
            </a:r>
            <a:r>
              <a:rPr lang="en-US" dirty="0"/>
              <a:t> </a:t>
            </a:r>
            <a:r>
              <a:rPr lang="en-US" dirty="0" err="1"/>
              <a:t>opzetten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EAEDCC-8E06-57BA-685F-9A04A6171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8B885-FF76-47CB-8BBD-27E7EBF07CA9}" type="slidenum">
              <a:rPr lang="nl-NL" smtClean="0"/>
              <a:t>18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618186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CACBE8CC-58DC-1303-F27C-EB90E74D6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Bedankt!</a:t>
            </a:r>
          </a:p>
        </p:txBody>
      </p:sp>
    </p:spTree>
    <p:extLst>
      <p:ext uri="{BB962C8B-B14F-4D97-AF65-F5344CB8AC3E}">
        <p14:creationId xmlns:p14="http://schemas.microsoft.com/office/powerpoint/2010/main" val="430122001"/>
      </p:ext>
    </p:extLst>
  </p:cSld>
  <p:clrMapOvr>
    <a:masterClrMapping/>
  </p:clrMapOvr>
</p:sld>
</file>

<file path=ppt/theme/theme1.xml><?xml version="1.0" encoding="utf-8"?>
<a:theme xmlns:a="http://schemas.openxmlformats.org/drawingml/2006/main" name="Geonovum">
  <a:themeElements>
    <a:clrScheme name="Geonovum 2022">
      <a:dk1>
        <a:srgbClr val="3C3C3C"/>
      </a:dk1>
      <a:lt1>
        <a:sysClr val="window" lastClr="FFFFFF"/>
      </a:lt1>
      <a:dk2>
        <a:srgbClr val="64686B"/>
      </a:dk2>
      <a:lt2>
        <a:srgbClr val="EEEEEE"/>
      </a:lt2>
      <a:accent1>
        <a:srgbClr val="97C00E"/>
      </a:accent1>
      <a:accent2>
        <a:srgbClr val="64686B"/>
      </a:accent2>
      <a:accent3>
        <a:srgbClr val="0085C6"/>
      </a:accent3>
      <a:accent4>
        <a:srgbClr val="97C00E"/>
      </a:accent4>
      <a:accent5>
        <a:srgbClr val="64686B"/>
      </a:accent5>
      <a:accent6>
        <a:srgbClr val="0085C6"/>
      </a:accent6>
      <a:hlink>
        <a:srgbClr val="0085C6"/>
      </a:hlink>
      <a:folHlink>
        <a:srgbClr val="64686B"/>
      </a:folHlink>
    </a:clrScheme>
    <a:fontScheme name="Geonovum 2022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Geonovum Presentatie Leeg" id="{716796FB-ADAB-4D00-9236-B46152BFB9EE}" vid="{5F87CC6B-FD91-4B34-9A3F-79D51A67B325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104557913D6C545B763653C3D523668" ma:contentTypeVersion="16" ma:contentTypeDescription="Een nieuw document maken." ma:contentTypeScope="" ma:versionID="f494cd04f0ff3b0e799f4e16abc0381d">
  <xsd:schema xmlns:xsd="http://www.w3.org/2001/XMLSchema" xmlns:xs="http://www.w3.org/2001/XMLSchema" xmlns:p="http://schemas.microsoft.com/office/2006/metadata/properties" xmlns:ns2="01098f59-576e-4030-90f6-c241f0f1ea23" xmlns:ns3="307ec24d-74cb-4296-af9a-5efeea554476" targetNamespace="http://schemas.microsoft.com/office/2006/metadata/properties" ma:root="true" ma:fieldsID="f0dd013af20e733c8a632339ba0837d6" ns2:_="" ns3:_="">
    <xsd:import namespace="01098f59-576e-4030-90f6-c241f0f1ea23"/>
    <xsd:import namespace="307ec24d-74cb-4296-af9a-5efeea5544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098f59-576e-4030-90f6-c241f0f1ea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Afbeeldingtags" ma:readOnly="false" ma:fieldId="{5cf76f15-5ced-4ddc-b409-7134ff3c332f}" ma:taxonomyMulti="true" ma:sspId="ece1ab0c-3d38-4605-9abd-f7fc75f3b07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7ec24d-74cb-4296-af9a-5efeea554476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286ba0a0-f81b-4e61-9b22-7b397c7a1074}" ma:internalName="TaxCatchAll" ma:showField="CatchAllData" ma:web="307ec24d-74cb-4296-af9a-5efeea55447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07ec24d-74cb-4296-af9a-5efeea554476" xsi:nil="true"/>
    <lcf76f155ced4ddcb4097134ff3c332f xmlns="01098f59-576e-4030-90f6-c241f0f1ea23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79C6C1E-C444-4EA5-AF6B-FAF1D3CE7BB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1098f59-576e-4030-90f6-c241f0f1ea23"/>
    <ds:schemaRef ds:uri="307ec24d-74cb-4296-af9a-5efeea55447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C305A2F-ADB9-4613-BD4C-4F894689361D}">
  <ds:schemaRefs>
    <ds:schemaRef ds:uri="http://schemas.microsoft.com/office/infopath/2007/PartnerControls"/>
    <ds:schemaRef ds:uri="4e56755b-efd0-4ed0-bc1c-f7c5b67d5c33"/>
    <ds:schemaRef ds:uri="http://purl.org/dc/dcmitype/"/>
    <ds:schemaRef ds:uri="http://purl.org/dc/elements/1.1/"/>
    <ds:schemaRef ds:uri="http://schemas.microsoft.com/office/2006/metadata/properties"/>
    <ds:schemaRef ds:uri="a28301dd-76e9-40a0-9f89-e64b3db04560"/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purl.org/dc/terms/"/>
    <ds:schemaRef ds:uri="307ec24d-74cb-4296-af9a-5efeea554476"/>
    <ds:schemaRef ds:uri="01098f59-576e-4030-90f6-c241f0f1ea23"/>
  </ds:schemaRefs>
</ds:datastoreItem>
</file>

<file path=customXml/itemProps3.xml><?xml version="1.0" encoding="utf-8"?>
<ds:datastoreItem xmlns:ds="http://schemas.openxmlformats.org/officeDocument/2006/customXml" ds:itemID="{94AB5256-2353-4FFD-9EDC-20451A737CD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Geonovum Presentatie Leeg</Template>
  <TotalTime>8205</TotalTime>
  <Words>494</Words>
  <Application>Microsoft Macintosh PowerPoint</Application>
  <PresentationFormat>Widescreen</PresentationFormat>
  <Paragraphs>155</Paragraphs>
  <Slides>19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Open Sans</vt:lpstr>
      <vt:lpstr>Tenorite</vt:lpstr>
      <vt:lpstr>Wingdings</vt:lpstr>
      <vt:lpstr>Geonovum</vt:lpstr>
      <vt:lpstr>Kennissessie SensorThingsAPI</vt:lpstr>
      <vt:lpstr>Agenda</vt:lpstr>
      <vt:lpstr>Waarom OGC API’s ?</vt:lpstr>
      <vt:lpstr>Belang Geonovum stimuleren OGC-API-gebruik?</vt:lpstr>
      <vt:lpstr>Testbed 2026, Phase 1, sensors</vt:lpstr>
      <vt:lpstr>IoT DataFlow for Sensing</vt:lpstr>
      <vt:lpstr>Voorbeeld setup</vt:lpstr>
      <vt:lpstr>IoT Components</vt:lpstr>
      <vt:lpstr>IoT Sensing - Transmission</vt:lpstr>
      <vt:lpstr>Model - oefening</vt:lpstr>
      <vt:lpstr>Model bespreking (v1.1)</vt:lpstr>
      <vt:lpstr>Demo 13:00</vt:lpstr>
      <vt:lpstr>Install your own server</vt:lpstr>
      <vt:lpstr>Setup your own server</vt:lpstr>
      <vt:lpstr>Data sturen naar je server</vt:lpstr>
      <vt:lpstr>Data sturen naar je server</vt:lpstr>
      <vt:lpstr>Berichten van de server</vt:lpstr>
      <vt:lpstr>Recap</vt:lpstr>
      <vt:lpstr>Bedankt!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Yvette van Turnhout-Ellenkamp</dc:creator>
  <cp:lastModifiedBy>Bart De Lathouwer</cp:lastModifiedBy>
  <cp:revision>56</cp:revision>
  <dcterms:created xsi:type="dcterms:W3CDTF">2025-04-08T13:01:50Z</dcterms:created>
  <dcterms:modified xsi:type="dcterms:W3CDTF">2026-09-09T16:31:02Z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0x0101004104557913D6C545B763653C3D523668</vt:lpwstr>
  </property>
  <property fmtid="{D5CDD505-2E9C-101B-9397-08002B2CF9AE}" pid="3" name="MediaServiceImageTags">
    <vt:lpwstr/>
  </property>
</Properties>
</file>